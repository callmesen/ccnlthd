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7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0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29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82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490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4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12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94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01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51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hf sldNum="0" hdr="0" ftr="0" dt="0"/>
  <p:txStyles>
    <p:titleStyle>
      <a:lvl1pPr algn="l" defTabSz="457200" rtl="0" eaLnBrk="1" latinLnBrk="0" hangingPunct="1">
        <a:lnSpc>
          <a:spcPct val="114000"/>
        </a:lnSpc>
        <a:spcBef>
          <a:spcPct val="0"/>
        </a:spcBef>
        <a:buNone/>
        <a:defRPr sz="30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4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solated twigs and flowers on a white surface">
            <a:extLst>
              <a:ext uri="{FF2B5EF4-FFF2-40B4-BE49-F238E27FC236}">
                <a16:creationId xmlns:a16="http://schemas.microsoft.com/office/drawing/2014/main" id="{B97989A5-A574-C012-811B-A6186341B8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55"/>
          <a:stretch>
            <a:fillRect/>
          </a:stretch>
        </p:blipFill>
        <p:spPr>
          <a:xfrm>
            <a:off x="20" y="10"/>
            <a:ext cx="12191980" cy="6857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05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583" y="601197"/>
            <a:ext cx="5009388" cy="578936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83B32780-957B-3006-D1F9-3952E9B09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126" y="1419225"/>
            <a:ext cx="4320227" cy="2395117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n8n </a:t>
            </a:r>
            <a:r>
              <a:rPr lang="en-US" b="1" dirty="0" err="1"/>
              <a:t>cho</a:t>
            </a:r>
            <a:r>
              <a:rPr lang="en-US" b="1" dirty="0"/>
              <a:t> </a:t>
            </a:r>
            <a:r>
              <a:rPr lang="en-US" b="1" dirty="0" err="1"/>
              <a:t>việc</a:t>
            </a:r>
            <a:r>
              <a:rPr lang="en-US" b="1" dirty="0"/>
              <a:t> </a:t>
            </a:r>
            <a:r>
              <a:rPr lang="en-US" b="1" dirty="0" err="1"/>
              <a:t>lấy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tiết</a:t>
            </a:r>
            <a:r>
              <a:rPr lang="en-US" b="1" dirty="0"/>
              <a:t> hằng </a:t>
            </a:r>
            <a:r>
              <a:rPr lang="en-US" b="1" dirty="0" err="1"/>
              <a:t>ngày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gửi</a:t>
            </a:r>
            <a:r>
              <a:rPr lang="en-US" b="1" dirty="0"/>
              <a:t> qua Telegram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C8CC9578-FE54-4780-A044-4FE151EDC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126" y="3824577"/>
            <a:ext cx="4320228" cy="1614198"/>
          </a:xfrm>
        </p:spPr>
        <p:txBody>
          <a:bodyPr>
            <a:normAutofit/>
          </a:bodyPr>
          <a:lstStyle/>
          <a:p>
            <a:r>
              <a:rPr lang="en-US" b="1" dirty="0"/>
              <a:t>Nguyễn </a:t>
            </a:r>
            <a:r>
              <a:rPr lang="en-US" b="1" dirty="0" err="1"/>
              <a:t>Trọng</a:t>
            </a:r>
            <a:r>
              <a:rPr lang="en-US" b="1" dirty="0"/>
              <a:t> Nghĩa - 3122411132</a:t>
            </a:r>
            <a:endParaRPr lang="en-US" sz="1800" dirty="0">
              <a:solidFill>
                <a:srgbClr val="FFFFFF">
                  <a:alpha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68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E8D29F-69C0-E264-CF86-F483918A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15367"/>
          </a:xfrm>
        </p:spPr>
        <p:txBody>
          <a:bodyPr/>
          <a:lstStyle/>
          <a:p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22A25A5-FE3E-BB68-773E-2CE015DA5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50" y="1317523"/>
            <a:ext cx="11029615" cy="1306904"/>
          </a:xfrm>
        </p:spPr>
        <p:txBody>
          <a:bodyPr/>
          <a:lstStyle/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: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7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qua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Telegram.</a:t>
            </a:r>
          </a:p>
        </p:txBody>
      </p:sp>
      <p:pic>
        <p:nvPicPr>
          <p:cNvPr id="4" name="Hình ảnh 3" descr="Ảnh có chứa văn bản, ảnh chụp màn hình, Phông chữ, biểu tượng&#10;&#10;Nội dung do AI tạo ra có thể không chính xác.">
            <a:extLst>
              <a:ext uri="{FF2B5EF4-FFF2-40B4-BE49-F238E27FC236}">
                <a16:creationId xmlns:a16="http://schemas.microsoft.com/office/drawing/2014/main" id="{661A71A6-9052-9CA3-E1F4-92498772D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156" y="3239794"/>
            <a:ext cx="8905401" cy="223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5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5E47987-51DD-47D8-82CB-3239C1041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343B51BC-A337-4FC1-8BEC-2C71D3B3F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06EB04D-98C2-4D74-86BC-1E95ECF55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5FE21824-8381-405C-BDEF-3859DE644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6EA7B49C-1DDA-4A36-B615-CCE52D770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349BF0E-90A2-447D-851A-A1C4FC5E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911" y="638175"/>
            <a:ext cx="3682784" cy="57523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72AA017F-46CB-569B-ED8E-F128D78D0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218" y="1656292"/>
            <a:ext cx="3150659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Công nghệ sử dụng </a:t>
            </a:r>
            <a:br>
              <a:rPr lang="en-US" sz="3600">
                <a:solidFill>
                  <a:srgbClr val="FFFFFF"/>
                </a:solidFill>
              </a:rPr>
            </a:b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5B432A1A-7A25-4237-B64F-E0244D852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371419D3-21C1-47D3-9BB6-2E08FCE81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99383C2D-F910-444C-AFBF-2A6C72EB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8AC7279F-774B-48BD-8EC4-E7346A34A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2242" y="627940"/>
            <a:ext cx="3704425" cy="283709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OpenWeather Logo PNG Vector (SVG) Free Download">
            <a:extLst>
              <a:ext uri="{FF2B5EF4-FFF2-40B4-BE49-F238E27FC236}">
                <a16:creationId xmlns:a16="http://schemas.microsoft.com/office/drawing/2014/main" id="{E0F60C19-9B24-7A82-0E9E-09A1CD95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6699" y="799041"/>
            <a:ext cx="2487519" cy="248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7" name="Rectangle 1056">
            <a:extLst>
              <a:ext uri="{FF2B5EF4-FFF2-40B4-BE49-F238E27FC236}">
                <a16:creationId xmlns:a16="http://schemas.microsoft.com/office/drawing/2014/main" id="{7DDFE527-440F-4625-B425-54376B60C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52736" y="627940"/>
            <a:ext cx="3704425" cy="2847329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n8n - Wikipedia">
            <a:extLst>
              <a:ext uri="{FF2B5EF4-FFF2-40B4-BE49-F238E27FC236}">
                <a16:creationId xmlns:a16="http://schemas.microsoft.com/office/drawing/2014/main" id="{0A31EAF1-F2AD-7CE4-505C-783909017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23232" y="1368291"/>
            <a:ext cx="3372551" cy="134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9" name="Rectangle 1058">
            <a:extLst>
              <a:ext uri="{FF2B5EF4-FFF2-40B4-BE49-F238E27FC236}">
                <a16:creationId xmlns:a16="http://schemas.microsoft.com/office/drawing/2014/main" id="{8C2E4842-085B-4316-A26B-BFB4CF21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0762" y="3572039"/>
            <a:ext cx="3704425" cy="2818526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688164A-8874-F9B4-9E43-13EEDCC8F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6690" y="3742160"/>
            <a:ext cx="2487537" cy="248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1" name="Rectangle 1060">
            <a:extLst>
              <a:ext uri="{FF2B5EF4-FFF2-40B4-BE49-F238E27FC236}">
                <a16:creationId xmlns:a16="http://schemas.microsoft.com/office/drawing/2014/main" id="{E8015A85-E7C2-4028-A775-8B61DA2C2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53247" y="3572038"/>
            <a:ext cx="3704425" cy="2818526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ơ bản về Docker (&quot;.&quot;)">
            <a:extLst>
              <a:ext uri="{FF2B5EF4-FFF2-40B4-BE49-F238E27FC236}">
                <a16:creationId xmlns:a16="http://schemas.microsoft.com/office/drawing/2014/main" id="{E58A7F7F-36EF-6085-E4B7-7C0D2FD1C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00689" y="3742160"/>
            <a:ext cx="2817636" cy="248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57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2D4960A-896E-4F6B-BF65-B4662AC9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84944A-8803-462C-84C5-4576C56A7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57199"/>
            <a:ext cx="3618827" cy="48224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53CB8B5E-3A10-E712-94FF-12D643EC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2723" y="850791"/>
            <a:ext cx="3202016" cy="41982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Triển khai Docker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7F3B49-8C20-42F5-831D-59306D05F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5367338"/>
            <a:ext cx="3618828" cy="9895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Hình ảnh 4" descr="Ảnh có chứa văn bản, ảnh chụp màn hình, Phông chữ&#10;&#10;Nội dung do AI tạo ra có thể không chính xác.">
            <a:extLst>
              <a:ext uri="{FF2B5EF4-FFF2-40B4-BE49-F238E27FC236}">
                <a16:creationId xmlns:a16="http://schemas.microsoft.com/office/drawing/2014/main" id="{4F5DB837-062F-BF46-CC82-50943A2C6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34" y="434087"/>
            <a:ext cx="6607409" cy="632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4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63FC0CD-F19B-4D9C-9C47-EB7E9D16E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78B48319-1AC4-2108-C8F1-331B53B3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14287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Thiết kế workflow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70159E-5269-4C18-AA0B-D50513DB3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BE9C8C-98B2-41C2-B47B-9A396CBA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ECCA3D-5ECA-4A8B-B9D7-CE6DEB72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Chỗ dành sẵn cho Nội dung 3" descr="Ảnh có chứa ảnh chụp màn hình, văn bản&#10;&#10;Nội dung do AI tạo ra có thể không chính xác.">
            <a:extLst>
              <a:ext uri="{FF2B5EF4-FFF2-40B4-BE49-F238E27FC236}">
                <a16:creationId xmlns:a16="http://schemas.microsoft.com/office/drawing/2014/main" id="{ECA65334-BA66-1766-D51C-02140E39A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896" y="2790605"/>
            <a:ext cx="10367584" cy="360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2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82A20B59-2B1C-3AC9-15DB-FC608C07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2901" y="2514599"/>
            <a:ext cx="3568661" cy="1188720"/>
          </a:xfrm>
        </p:spPr>
        <p:txBody>
          <a:bodyPr>
            <a:normAutofit/>
          </a:bodyPr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pic>
        <p:nvPicPr>
          <p:cNvPr id="4" name="Chỗ dành sẵn cho Nội dung 3" descr="Ảnh có chứa văn bản, ảnh chụp màn hình, Phần mềm đa phương tiện, phần mềm&#10;&#10;Nội dung do AI tạo ra có thể không chính xác.">
            <a:extLst>
              <a:ext uri="{FF2B5EF4-FFF2-40B4-BE49-F238E27FC236}">
                <a16:creationId xmlns:a16="http://schemas.microsoft.com/office/drawing/2014/main" id="{CC45CF3D-188A-7658-91B2-C84BBD533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115" b="-2"/>
          <a:stretch>
            <a:fillRect/>
          </a:stretch>
        </p:blipFill>
        <p:spPr>
          <a:xfrm>
            <a:off x="20" y="10"/>
            <a:ext cx="7537685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2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14">
            <a:extLst>
              <a:ext uri="{FF2B5EF4-FFF2-40B4-BE49-F238E27FC236}">
                <a16:creationId xmlns:a16="http://schemas.microsoft.com/office/drawing/2014/main" id="{9FE6175D-CE1B-4C8E-8FF8-7309F21F3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6587310E-7404-6803-BA41-FC574E06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1" y="863695"/>
            <a:ext cx="7204036" cy="49471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0" kern="120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0DF8C05A-3103-44B5-AFBC-A8FC5AF00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94EE00-AFAB-44F8-902F-E94445806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3643"/>
            <a:ext cx="7503637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F12ABC-29DF-4D0F-9FE7-873B7F8E3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14044"/>
            <a:ext cx="3703320" cy="57458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5708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Source Sans Pro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itka Tex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</Words>
  <Application>Microsoft Office PowerPoint</Application>
  <PresentationFormat>Màn hình rộng</PresentationFormat>
  <Paragraphs>9</Paragraphs>
  <Slides>7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7</vt:i4>
      </vt:variant>
    </vt:vector>
  </HeadingPairs>
  <TitlesOfParts>
    <vt:vector size="13" baseType="lpstr">
      <vt:lpstr>Arial</vt:lpstr>
      <vt:lpstr>Gill Sans MT</vt:lpstr>
      <vt:lpstr>Sitka Text</vt:lpstr>
      <vt:lpstr>Source Sans Pro</vt:lpstr>
      <vt:lpstr>Wingdings 2</vt:lpstr>
      <vt:lpstr>DividendVTI</vt:lpstr>
      <vt:lpstr>Ứng dụng n8n cho việc lấy thông tin thời tiết hằng ngày và gửi qua Telegram</vt:lpstr>
      <vt:lpstr>Tổng quan đề tài </vt:lpstr>
      <vt:lpstr>Công nghệ sử dụng  </vt:lpstr>
      <vt:lpstr>Triển khai Docker</vt:lpstr>
      <vt:lpstr>Thiết kế workflow</vt:lpstr>
      <vt:lpstr>Kết quả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hằng đỗ</dc:creator>
  <cp:lastModifiedBy>hằng đỗ</cp:lastModifiedBy>
  <cp:revision>1</cp:revision>
  <dcterms:created xsi:type="dcterms:W3CDTF">2026-02-11T14:28:06Z</dcterms:created>
  <dcterms:modified xsi:type="dcterms:W3CDTF">2026-02-11T14:36:06Z</dcterms:modified>
</cp:coreProperties>
</file>