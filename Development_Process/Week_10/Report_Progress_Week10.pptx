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2CEEE-8222-4868-900C-093F26434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758729-23DD-4913-8F91-574667F85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EE9B7-92D2-4C76-B8B0-8D5468549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0991-AF8E-4265-87F3-C086637546BF}" type="datetimeFigureOut">
              <a:rPr lang="en-US" smtClean="0"/>
              <a:t>21/3/2026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98692-CEA0-4D76-9C62-AD582813E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8D527-DFFD-409A-9A04-5501ADC7F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0496-FCA5-4B2F-83FD-F6EC8BD69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449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23DC0-43AE-4522-A749-F93C917F1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1AD89-F582-4A32-AD38-9D8B9B130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992A7-924F-4D5D-9256-13173F9F7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0991-AF8E-4265-87F3-C086637546BF}" type="datetimeFigureOut">
              <a:rPr lang="en-US" smtClean="0"/>
              <a:t>21/3/2026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DE947-CFE1-45FF-8976-4A7024703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0B078-FBD7-4C50-9756-6AF60DAAD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0496-FCA5-4B2F-83FD-F6EC8BD69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718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B21A6-AAF5-4536-A786-AEC0180A9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7FC442-E8F1-402F-8DB9-0A48F39EA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0C22B-98AE-4C64-8A68-FE41B1BA6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0991-AF8E-4265-87F3-C086637546BF}" type="datetimeFigureOut">
              <a:rPr lang="en-US" smtClean="0"/>
              <a:t>21/3/2026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0A654-7EC5-4FBC-9F12-9BB647C9E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504B8-B8C8-459B-B5EE-ECE8DA94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0496-FCA5-4B2F-83FD-F6EC8BD69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161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0E2B5-38B2-4DE0-9DDA-3B42EBE17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01646-16B4-4994-BA5A-D060880B5C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5B2E64-EC5D-4B10-8229-1B99E4FF4A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075DD2-1D7D-4A2C-878C-521D53416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0991-AF8E-4265-87F3-C086637546BF}" type="datetimeFigureOut">
              <a:rPr lang="en-US" smtClean="0"/>
              <a:t>21/3/2026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6E12BA-FBA2-4F6F-A8A6-9D7C7F02C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81EDDE-AB4A-48C5-9821-8A877147F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0496-FCA5-4B2F-83FD-F6EC8BD69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82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B5312-4D06-4F06-BA0E-39A380DC8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D527C-34B1-4C9F-B0F5-B1A6B3078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E65ED6-0ED7-493A-9CEC-0FED18B172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8E2C70-E903-44EC-9D07-17C1C4380F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C09E6D-97DE-4CFB-AAD2-F830EB20CE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FE5076-A213-430D-AE31-69383DBC4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0991-AF8E-4265-87F3-C086637546BF}" type="datetimeFigureOut">
              <a:rPr lang="en-US" smtClean="0"/>
              <a:t>21/3/2026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4F07EA-6B70-4EA3-AAB4-47CC3E7BC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D87D9-9615-4A86-82E9-13B47034E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0496-FCA5-4B2F-83FD-F6EC8BD69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38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72D72-B83C-4B4F-895C-8B6C4EFB4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B53E46-A3AF-4504-9C58-0DBB36050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0991-AF8E-4265-87F3-C086637546BF}" type="datetimeFigureOut">
              <a:rPr lang="en-US" smtClean="0"/>
              <a:t>21/3/2026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45B5A8-F44C-41E1-8A0D-61BFACE95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09662F-808D-4859-9E2B-DFFA0842A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0496-FCA5-4B2F-83FD-F6EC8BD69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210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9AC350-6AAE-482A-A504-348483D1D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0991-AF8E-4265-87F3-C086637546BF}" type="datetimeFigureOut">
              <a:rPr lang="en-US" smtClean="0"/>
              <a:t>21/3/2026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C5C543-24A4-4518-B5FD-F3E51FD00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F04A3F-B5F8-449B-A93A-C809EAAA7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0496-FCA5-4B2F-83FD-F6EC8BD69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587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6EF58-97D1-4EE2-8634-3CB18899C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07EF6-CC5D-484F-88B5-ACA312BBB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7AACE4-BED1-4FE3-98D5-2665A1F0C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8ED36-ACD2-4C7D-9091-48C0C2548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0991-AF8E-4265-87F3-C086637546BF}" type="datetimeFigureOut">
              <a:rPr lang="en-US" smtClean="0"/>
              <a:t>21/3/2026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487D30-7197-491D-9264-E522D38BB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62239D-2F28-4FB0-9AE0-52FA12D43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0496-FCA5-4B2F-83FD-F6EC8BD69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036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E8D94-88C7-4294-B680-29B270545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17EFA0-77A3-46A5-9C48-02C20C487D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11C0AA-23C1-4614-AED3-FCEA10F8E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3FFC8C-9B33-42CB-8EE4-157600AA7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0991-AF8E-4265-87F3-C086637546BF}" type="datetimeFigureOut">
              <a:rPr lang="en-US" smtClean="0"/>
              <a:t>21/3/2026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D75B8-B88E-41D6-92ED-559578827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41ED56-9915-4AB1-B121-1B588BE09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0496-FCA5-4B2F-83FD-F6EC8BD69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342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8A221-5134-437D-A25D-0C2B8CAD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6E75B3-2B12-45A9-A971-CE6C9373E4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D6A40-C23F-49CC-8E9F-549673504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0991-AF8E-4265-87F3-C086637546BF}" type="datetimeFigureOut">
              <a:rPr lang="en-US" smtClean="0"/>
              <a:t>21/3/2026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45551-80F1-4360-B97C-D67BBC6D1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ED2C0-1B92-40BF-BDD7-D4DE411B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0496-FCA5-4B2F-83FD-F6EC8BD69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054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A548A5-9F56-4596-A473-53EF788CCF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95B603-072B-4DAE-B82E-412E8C7285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88C58-E8E6-4E6E-A32E-23038C869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0991-AF8E-4265-87F3-C086637546BF}" type="datetimeFigureOut">
              <a:rPr lang="en-US" smtClean="0"/>
              <a:t>21/3/2026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AAFC2-DA5E-403A-89A5-163224442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ABED8-D7AD-4CC6-B7C8-114303E63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0496-FCA5-4B2F-83FD-F6EC8BD69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37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D63DC9-E628-4C9B-A771-C93236ED7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3B054B-E86A-41E0-9C5D-AEEA4E9D2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3056F-2F6A-406E-909B-6D5AA9158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00991-AF8E-4265-87F3-C086637546BF}" type="datetimeFigureOut">
              <a:rPr lang="en-US" smtClean="0"/>
              <a:t>21/3/2026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25561-838C-464E-802B-5468DFC0E8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F4B70-F076-42B4-83CB-F360F03B55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D40496-FCA5-4B2F-83FD-F6EC8BD69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608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AA260-974F-484E-831F-2B1BE3289C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5A1C12-FD66-44E8-84F0-BB9C30E614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599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Môn</a:t>
            </a:r>
            <a:r>
              <a:rPr lang="en-US" dirty="0"/>
              <a:t>: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đại</a:t>
            </a:r>
            <a:endParaRPr lang="en-US" dirty="0"/>
          </a:p>
          <a:p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:</a:t>
            </a:r>
          </a:p>
          <a:p>
            <a:r>
              <a:rPr lang="en-US" dirty="0"/>
              <a:t>Lâm Quang Khôi</a:t>
            </a:r>
          </a:p>
          <a:p>
            <a:r>
              <a:rPr lang="en-US" dirty="0" err="1"/>
              <a:t>Nguyễn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Nghĩa</a:t>
            </a:r>
            <a:endParaRPr lang="en-US" dirty="0"/>
          </a:p>
          <a:p>
            <a:r>
              <a:rPr lang="en-US" dirty="0" err="1"/>
              <a:t>Huỳnh</a:t>
            </a:r>
            <a:r>
              <a:rPr lang="en-US" dirty="0"/>
              <a:t> Thanh </a:t>
            </a:r>
            <a:r>
              <a:rPr lang="en-US" dirty="0" err="1"/>
              <a:t>Tuấn</a:t>
            </a:r>
            <a:endParaRPr lang="en-US" dirty="0"/>
          </a:p>
          <a:p>
            <a:r>
              <a:rPr lang="en-US" dirty="0" err="1"/>
              <a:t>Đỗ</a:t>
            </a:r>
            <a:r>
              <a:rPr lang="en-US" dirty="0"/>
              <a:t> Minh </a:t>
            </a:r>
            <a:r>
              <a:rPr lang="en-US" dirty="0" err="1"/>
              <a:t>Triết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063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E18DA-7936-4878-9727-87370504C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tuần</a:t>
            </a:r>
            <a:r>
              <a:rPr lang="en-US" dirty="0"/>
              <a:t> </a:t>
            </a:r>
            <a:r>
              <a:rPr lang="en-US" dirty="0" err="1"/>
              <a:t>này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E4BCA-2752-48EB-959E-F196F0822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Sau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sẵn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lĩnh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 err="1">
                <a:sym typeface="Wingdings" panose="05000000000000000000" pitchFamily="2" charset="2"/>
              </a:rPr>
              <a:t>Đề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xuất</a:t>
            </a:r>
            <a:r>
              <a:rPr lang="en-US" dirty="0">
                <a:sym typeface="Wingdings" panose="05000000000000000000" pitchFamily="2" charset="2"/>
              </a:rPr>
              <a:t> ra </a:t>
            </a:r>
            <a:r>
              <a:rPr lang="en-US" dirty="0" err="1">
                <a:sym typeface="Wingdings" panose="05000000000000000000" pitchFamily="2" charset="2"/>
              </a:rPr>
              <a:t>một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quy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tình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kịch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bản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phù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hợp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với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thời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lượng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đề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tài</a:t>
            </a:r>
            <a:r>
              <a:rPr lang="en-US" dirty="0">
                <a:sym typeface="Wingdings" panose="05000000000000000000" pitchFamily="2" charset="2"/>
              </a:rPr>
              <a:t>.</a:t>
            </a:r>
          </a:p>
          <a:p>
            <a:r>
              <a:rPr lang="en-US" dirty="0" err="1">
                <a:sym typeface="Wingdings" panose="05000000000000000000" pitchFamily="2" charset="2"/>
              </a:rPr>
              <a:t>Công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việc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đã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thực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hiện</a:t>
            </a:r>
            <a:r>
              <a:rPr lang="en-US" dirty="0">
                <a:sym typeface="Wingdings" panose="05000000000000000000" pitchFamily="2" charset="2"/>
              </a:rPr>
              <a:t>: </a:t>
            </a:r>
            <a:r>
              <a:rPr lang="en-US" dirty="0" err="1">
                <a:sym typeface="Wingdings" panose="05000000000000000000" pitchFamily="2" charset="2"/>
              </a:rPr>
              <a:t>Thành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viên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nhóm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đề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xuất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các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kịch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bản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khác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nhau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và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đánh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giá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lẫn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nhau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để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chọn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thực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hiện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theo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tính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khả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thi</a:t>
            </a:r>
            <a:r>
              <a:rPr lang="en-US" dirty="0">
                <a:sym typeface="Wingdings" panose="05000000000000000000" pitchFamily="2" charset="2"/>
              </a:rPr>
              <a:t>; </a:t>
            </a:r>
            <a:r>
              <a:rPr lang="en-US" dirty="0" err="1">
                <a:sym typeface="Wingdings" panose="05000000000000000000" pitchFamily="2" charset="2"/>
              </a:rPr>
              <a:t>Thử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nghiệm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công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nghệ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OpenClaw</a:t>
            </a:r>
            <a:r>
              <a:rPr lang="en-US" dirty="0">
                <a:sym typeface="Wingdings" panose="05000000000000000000" pitchFamily="2" charset="2"/>
              </a:rPr>
              <a:t> ở </a:t>
            </a:r>
            <a:r>
              <a:rPr lang="en-US" dirty="0" err="1">
                <a:sym typeface="Wingdings" panose="05000000000000000000" pitchFamily="2" charset="2"/>
              </a:rPr>
              <a:t>mức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cơ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bản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nhận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diện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chức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năng</a:t>
            </a:r>
            <a:r>
              <a:rPr lang="en-US" dirty="0">
                <a:sym typeface="Wingdings" panose="05000000000000000000" pitchFamily="2" charset="2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189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245AE-CD20-4469-B50B-D0219268D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xuất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E5707-C8E3-484E-B757-98B205FCD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kịch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kín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Agent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bao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(Data) </a:t>
            </a:r>
            <a:r>
              <a:rPr lang="en-US" dirty="0">
                <a:sym typeface="Wingdings" panose="05000000000000000000" pitchFamily="2" charset="2"/>
              </a:rPr>
              <a:t> EDA  Feature Engineer  Preprocess  Model feeding  Apply use case</a:t>
            </a:r>
          </a:p>
          <a:p>
            <a:r>
              <a:rPr lang="en-US" dirty="0" err="1">
                <a:sym typeface="Wingdings" panose="05000000000000000000" pitchFamily="2" charset="2"/>
              </a:rPr>
              <a:t>Mục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đích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định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hướng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sử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dụng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của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mô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hình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phụ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thuộc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vào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kịch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bản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muốn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thực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hiện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805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9ED2E-1531-4EB5-BBCA-7E585C460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kịch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xuất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E7D40-F453-483B-88D0-90111CE92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Chấm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cổ</a:t>
            </a:r>
            <a:r>
              <a:rPr lang="en-US" dirty="0"/>
              <a:t> </a:t>
            </a:r>
            <a:r>
              <a:rPr lang="en-US" dirty="0" err="1"/>
              <a:t>phiếu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lựa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(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09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209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Wingdings</vt:lpstr>
      <vt:lpstr>Office Theme</vt:lpstr>
      <vt:lpstr>Báo cáo tiến độ nghiên cứu đề tài</vt:lpstr>
      <vt:lpstr>Mục tiêu tiến độ tuần này</vt:lpstr>
      <vt:lpstr>Quy trình đề xuất</vt:lpstr>
      <vt:lpstr>Các kịch bản quy trình đề xuất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tiến độ nghiên cứu đề tài</dc:title>
  <dc:creator>Lâm Quang Khôi</dc:creator>
  <cp:lastModifiedBy>Lâm Quang Khôi</cp:lastModifiedBy>
  <cp:revision>2</cp:revision>
  <dcterms:created xsi:type="dcterms:W3CDTF">2026-03-21T16:38:39Z</dcterms:created>
  <dcterms:modified xsi:type="dcterms:W3CDTF">2026-03-21T17:29:54Z</dcterms:modified>
</cp:coreProperties>
</file>