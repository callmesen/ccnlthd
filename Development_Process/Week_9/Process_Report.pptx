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295B-131F-4C54-BC8F-02B8B5901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20DEC-6EF3-4277-BE81-3FD18FCA2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ADC5C-4900-4F9C-9A5D-109A2111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B4EED-7922-4583-9D73-E2C049BD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5C98-2944-4772-8763-FD821AC1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7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E9C8-ABCF-4AC8-A9CD-B42CC06E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50EC-5DD6-4A49-9E3F-B7E7231E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73B0C-869B-41C8-90A0-D933D238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1F43-F0E6-47B1-AB99-857628A7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C140-397C-4F32-929F-35AB3813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7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CC52-CB40-43E5-BE75-CD6868058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862E-2EDE-4ACA-B155-B73BB4EF1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C3963-D0F7-4EB3-86DB-131760D4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688FA-1655-46EA-9888-706C20B5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8ADD9-6F13-46E9-8AFC-D0ADA377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8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18CD-603F-4C79-AC18-1110E7A8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0283C-11BC-4D61-AF17-D8E335A07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427EC-E27F-4691-B1B5-BAF91C443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21CDF-5621-4392-9289-7FB23205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7F45D-6753-4C6E-A092-0FD2489E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93693-31A9-4D74-9428-934508D0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3E6E-7E57-40EF-BED7-56998116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A0F0D-5BB1-4DBF-88DD-C508D0916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2F7C3-6F40-4E81-86E9-0DBE8B849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44AA0-E2E2-4C4A-9DFC-DBD650858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7B390D-70A8-4E98-8DBF-118E202D0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17EC61-40A7-497D-A41B-88EC5098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4FB77-C37E-489D-AD51-06E44D05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D8A17-16D3-45EC-80C9-DF6EEB5B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5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390-6F8B-49F6-822F-10232F26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13220-ABA3-42CB-BC87-77D71339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51DC1-2D9B-4161-BFDB-901212F6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141BC-6685-4E7A-A063-7AD18611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0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78438D-6B89-4F0B-81E8-B79F6069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4F071-24BC-4B9A-ABD9-5589A0E1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683E3-FB49-4E21-860C-E94883E9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6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30DE-9EE2-4E15-83A4-927B3572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08945-1787-484F-BA1D-D725B16EC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4E36F-F597-4000-AC56-FF48DC087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29FB0-EB71-4FFF-98CE-47AEF8F2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DA9C4-E1AA-4884-9E70-D910E199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AEBAA-4511-4095-8EE6-3D8B6F13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00C6B-35C8-4E5D-9372-87D4F64F4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F33A4-73A2-4509-86AF-3C70EB169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11CCE-9B66-4A03-B501-4C18088FF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4CABB-BE44-4857-995E-80DE5C10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54994-1282-4864-BE43-740022E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C2B56-4B81-462A-B727-B700BBAE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422-8B27-451A-8D3E-22F259FE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4158A-283A-44F5-801E-1CD530E0C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F5759-8D9E-4AFB-BA04-A64E7027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B25B9-8DFA-489F-AC30-75A67477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E90D7-B6B8-4340-AE13-FCD61230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3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DDF860-D769-481B-9764-5A43C0D68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9D770-AEC6-4911-AE97-04AB44214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DE9AF-4B48-4348-A62C-6CD22658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9C5E2-F97B-4F5B-89CE-C327DC05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4516D-0C18-4201-811C-6D7CC7B3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5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1D49D-2CCB-4365-9357-8A15B422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4CD6C-D35F-4ED0-A43C-0A4001258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4C633-7CC0-4C81-983A-7B39337AD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37F33-8453-4E40-A557-A3B4DFCBB8CA}" type="datetimeFigureOut">
              <a:rPr lang="en-US" smtClean="0"/>
              <a:t>29/3/2026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4E352-3D10-4DF9-9DC4-234C20961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649CB-B913-4BCF-8163-1C1816994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EFF44-F4DB-4668-813A-D5D83E323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0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ABC3-996D-4F21-83A2-9E9897EB3E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30/3/2026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4ED2A-D7EB-4453-8BD3-C6E11D137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00922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Môn</a:t>
            </a:r>
            <a:r>
              <a:rPr lang="en-US" dirty="0"/>
              <a:t>: CCNLTHD – GVHD: TS. </a:t>
            </a:r>
            <a:r>
              <a:rPr lang="en-US" dirty="0" err="1"/>
              <a:t>Đỗ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  <a:p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</a:t>
            </a:r>
          </a:p>
          <a:p>
            <a:r>
              <a:rPr lang="en-US" dirty="0"/>
              <a:t>Lâm Quang Khôi – 3122411100</a:t>
            </a:r>
          </a:p>
          <a:p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– 3122411132</a:t>
            </a:r>
          </a:p>
          <a:p>
            <a:r>
              <a:rPr lang="en-US" dirty="0" err="1"/>
              <a:t>Huỳnh</a:t>
            </a:r>
            <a:r>
              <a:rPr lang="en-US" dirty="0"/>
              <a:t> Thanh </a:t>
            </a:r>
            <a:r>
              <a:rPr lang="en-US" dirty="0" err="1"/>
              <a:t>Tuấn</a:t>
            </a:r>
            <a:r>
              <a:rPr lang="en-US" dirty="0"/>
              <a:t> – 3122411234</a:t>
            </a:r>
          </a:p>
          <a:p>
            <a:r>
              <a:rPr lang="en-US" dirty="0" err="1"/>
              <a:t>Đỗ</a:t>
            </a:r>
            <a:r>
              <a:rPr lang="en-US" dirty="0"/>
              <a:t> Minh </a:t>
            </a:r>
            <a:r>
              <a:rPr lang="en-US" dirty="0" err="1"/>
              <a:t>Triết</a:t>
            </a:r>
            <a:r>
              <a:rPr lang="en-US" dirty="0"/>
              <a:t> – 3122411224</a:t>
            </a:r>
          </a:p>
        </p:txBody>
      </p:sp>
    </p:spTree>
    <p:extLst>
      <p:ext uri="{BB962C8B-B14F-4D97-AF65-F5344CB8AC3E}">
        <p14:creationId xmlns:p14="http://schemas.microsoft.com/office/powerpoint/2010/main" val="2701440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2B0A-216A-4893-9415-895A69E9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96FF-84F0-4A67-AE9F-4B8930BB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Chọn</a:t>
            </a:r>
            <a:r>
              <a:rPr lang="en-US" dirty="0"/>
              <a:t> ra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AI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code (PoC Selection).</a:t>
            </a:r>
          </a:p>
          <a:p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Microservice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B536-3E53-4C72-B888-F1423AE29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98" y="3676329"/>
            <a:ext cx="4123803" cy="28165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3C97DF-844D-4364-AC21-0E22CF3EAE8D}"/>
              </a:ext>
            </a:extLst>
          </p:cNvPr>
          <p:cNvSpPr txBox="1"/>
          <p:nvPr/>
        </p:nvSpPr>
        <p:spPr>
          <a:xfrm>
            <a:off x="1564639" y="6383020"/>
            <a:ext cx="906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1: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12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2B0A-216A-4893-9415-895A69E9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96FF-84F0-4A67-AE9F-4B8930BB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0FCF5-8FF2-45E5-95DE-DA62167EB769}"/>
              </a:ext>
            </a:extLst>
          </p:cNvPr>
          <p:cNvSpPr txBox="1"/>
          <p:nvPr/>
        </p:nvSpPr>
        <p:spPr>
          <a:xfrm>
            <a:off x="3373120" y="5897263"/>
            <a:ext cx="544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2: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ra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0ADD6F-75A5-451E-9085-71D1EA20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283" y="2859693"/>
            <a:ext cx="8491433" cy="290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98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2B0A-216A-4893-9415-895A69E9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96FF-84F0-4A67-AE9F-4B8930BB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0FCF5-8FF2-45E5-95DE-DA62167EB769}"/>
              </a:ext>
            </a:extLst>
          </p:cNvPr>
          <p:cNvSpPr txBox="1"/>
          <p:nvPr/>
        </p:nvSpPr>
        <p:spPr>
          <a:xfrm>
            <a:off x="3373120" y="5897263"/>
            <a:ext cx="544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2: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ra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0ADD6F-75A5-451E-9085-71D1EA20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283" y="2859693"/>
            <a:ext cx="8491433" cy="290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7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2B0A-216A-4893-9415-895A69E9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 PoC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96FF-84F0-4A67-AE9F-4B8930BB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repo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0FCF5-8FF2-45E5-95DE-DA62167EB769}"/>
              </a:ext>
            </a:extLst>
          </p:cNvPr>
          <p:cNvSpPr txBox="1"/>
          <p:nvPr/>
        </p:nvSpPr>
        <p:spPr>
          <a:xfrm>
            <a:off x="3373120" y="5897263"/>
            <a:ext cx="544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3: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ra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38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223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Báo cáo tiến độ 30/3/2026</vt:lpstr>
      <vt:lpstr>Mục tiêu thực hiện</vt:lpstr>
      <vt:lpstr>Xác định vấn đề</vt:lpstr>
      <vt:lpstr>Xác định vấn đề</vt:lpstr>
      <vt:lpstr>Platform PoC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30/3/2026</dc:title>
  <dc:creator>Lâm Quang Khôi</dc:creator>
  <cp:lastModifiedBy>Lâm Quang Khôi</cp:lastModifiedBy>
  <cp:revision>2</cp:revision>
  <dcterms:created xsi:type="dcterms:W3CDTF">2026-03-29T07:41:11Z</dcterms:created>
  <dcterms:modified xsi:type="dcterms:W3CDTF">2026-03-29T10:38:21Z</dcterms:modified>
</cp:coreProperties>
</file>