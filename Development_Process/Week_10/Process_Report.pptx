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C0860-615D-4481-B92D-3850C12625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2F9154-A4B2-40D3-A512-5680A512EF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AC9763-EBB8-41B9-8EF0-DC9F0B701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C5214-37E4-462B-B54E-BC41ED118BE7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52EE1A-DD06-4876-83D6-2FBB65148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5A3E32-1054-47B8-81AF-B5AD5A3C9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011F6-3B3F-4393-A91F-F92993DCE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489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CA862-C3CD-4E7D-9C18-CAC00AE3D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975E2-B0BC-4BD4-97DE-F9B81CF933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7B3E76-DB81-4873-89F2-645E2A85E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C5214-37E4-462B-B54E-BC41ED118BE7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02678-30F0-4888-A298-713932502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5CDB62-59AB-49C1-8DF4-2A86D3799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011F6-3B3F-4393-A91F-F92993DCE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905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14C67-9185-4631-8114-EA7E5AEE7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2CC6AC-D607-436E-A8A1-620508A4B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7DCA1-6636-42A1-B32B-248ADFE6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C5214-37E4-462B-B54E-BC41ED118BE7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0CC348-BCBF-436B-9F16-6F1B3D564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E6FED2-B14D-4C10-8745-A24FA1DB4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011F6-3B3F-4393-A91F-F92993DCE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948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1D002-B901-4E21-AD2F-DB5D65493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3F12D-0F48-4722-A88C-AE3B17D189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9B27E7-2D04-45DE-98C0-3116FD7488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53C232-C771-4084-9B48-45BF6B2F6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C5214-37E4-462B-B54E-BC41ED118BE7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F80FF0-2576-48C3-83CD-A47A20B34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D7F464-1786-43FB-92DE-34288914E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011F6-3B3F-4393-A91F-F92993DCE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803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E0A08-142D-44D7-847A-2E61B5C34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5B3AD9-947F-4501-8934-2FA78EF41B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1C6785-138D-4905-A46F-332B3070FC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801AD3-3213-4833-BFFA-6046F52344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992DFC-01A4-46F5-982A-18CEC26B50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FF3F46-ADEC-4591-A30C-BC77D2850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C5214-37E4-462B-B54E-BC41ED118BE7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E3E257-932A-4ED6-A6FF-64533FA9D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E85887-9B81-4022-911A-6A4B19609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011F6-3B3F-4393-A91F-F92993DCE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663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36182-8E5F-48E3-A273-3B54ED476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20B4D4-CCC5-4187-B941-501702258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C5214-37E4-462B-B54E-BC41ED118BE7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4D012D-B8CB-44E4-B626-625C28854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B75F20-592F-4E74-AAB6-B3384F9EF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011F6-3B3F-4393-A91F-F92993DCE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999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28C7E1-AD70-46BF-A5D0-4F2FF7C33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C5214-37E4-462B-B54E-BC41ED118BE7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6B5E0E-6D22-47A1-A632-3170C0CC9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1920A6-CC8B-4B13-8A03-91FA63B4C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011F6-3B3F-4393-A91F-F92993DCE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096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1870D-953D-4E9A-AC85-8CE997810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80610A-58A0-4B0B-A6C1-15456EC39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3159FD-0B04-48E2-9CDB-6E45A3D82F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B98A26-0CAE-459A-8CAC-A896DB5BC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C5214-37E4-462B-B54E-BC41ED118BE7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BBD4D9-0410-43BC-B5E7-5378020BB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AF381-38B3-4D7E-9271-A228B2DD6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011F6-3B3F-4393-A91F-F92993DCE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160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02029-E9B4-46F1-A69A-A217A23C4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271960-3665-49CC-87AA-0C215AECFE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9889F0-4C5A-480C-BBE2-888FF08564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61F163-8BB9-4C03-AE96-E287E1ACD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C5214-37E4-462B-B54E-BC41ED118BE7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1964CE-87B2-456F-9668-E2E0618BB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97282D-CCF7-471D-A1AB-0E0E6205F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011F6-3B3F-4393-A91F-F92993DCE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975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07786-F756-473E-AE4F-E659BBC34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819843-3A3D-4BB8-8D48-52851C58B0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CB3047-5A8F-4008-AA06-DAD16C52A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C5214-37E4-462B-B54E-BC41ED118BE7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EF8D0-4EC6-45FF-9D67-9CC5AC84A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B1D75-F517-4D47-8487-D5D54188F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011F6-3B3F-4393-A91F-F92993DCE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394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8416DB-419E-4290-A017-4B5F9B87D0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F5FF73-A380-4A8A-887F-AC2419F72F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DA9640-EA52-4B2C-86FF-C530964D6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C5214-37E4-462B-B54E-BC41ED118BE7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4A1AE7-97B4-45BA-BEA2-2EC894D01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504567-D0D2-4AD4-9E6B-6696249FC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011F6-3B3F-4393-A91F-F92993DCE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670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F8EC6B-1720-4E5A-9B88-B27CC7708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1C32DA-E358-41D5-890B-C43A2AB8A3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880528-D162-4EFF-94D1-69CD79A380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9C5214-37E4-462B-B54E-BC41ED118BE7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AF7F88-D0DA-400D-94B1-A30814ACB3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880E8-BBCE-434F-86B1-EC397D962C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6011F6-3B3F-4393-A91F-F92993DCE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11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6D1D2-6241-46A4-9271-A49F91E1BD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cáo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nghiên</a:t>
            </a:r>
            <a:r>
              <a:rPr lang="en-US" dirty="0"/>
              <a:t> </a:t>
            </a:r>
            <a:r>
              <a:rPr lang="en-US" dirty="0" err="1"/>
              <a:t>cứu</a:t>
            </a:r>
            <a:r>
              <a:rPr lang="en-US" dirty="0"/>
              <a:t> 6/4/2026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B3C332-E2F8-41BB-941E-0209AC0151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971482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Môn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: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nghệ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đại</a:t>
            </a:r>
            <a:endParaRPr lang="en-US" dirty="0"/>
          </a:p>
          <a:p>
            <a:r>
              <a:rPr lang="en-US" dirty="0"/>
              <a:t>GVHD: TS. </a:t>
            </a:r>
            <a:r>
              <a:rPr lang="en-US" dirty="0" err="1"/>
              <a:t>Đỗ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Tài</a:t>
            </a:r>
            <a:endParaRPr lang="en-US" dirty="0"/>
          </a:p>
          <a:p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: </a:t>
            </a:r>
          </a:p>
          <a:p>
            <a:r>
              <a:rPr lang="en-US" dirty="0"/>
              <a:t>Lâm Quang Khôi – 3122411100</a:t>
            </a:r>
          </a:p>
          <a:p>
            <a:r>
              <a:rPr lang="en-US" dirty="0" err="1"/>
              <a:t>Nguyễn</a:t>
            </a:r>
            <a:r>
              <a:rPr lang="en-US" dirty="0"/>
              <a:t> </a:t>
            </a:r>
            <a:r>
              <a:rPr lang="en-US" dirty="0" err="1"/>
              <a:t>Trọng</a:t>
            </a:r>
            <a:r>
              <a:rPr lang="en-US" dirty="0"/>
              <a:t> </a:t>
            </a:r>
            <a:r>
              <a:rPr lang="en-US" dirty="0" err="1"/>
              <a:t>Nghĩa</a:t>
            </a:r>
            <a:r>
              <a:rPr lang="en-US" dirty="0"/>
              <a:t> – 312241132</a:t>
            </a:r>
          </a:p>
          <a:p>
            <a:r>
              <a:rPr lang="en-US" dirty="0" err="1"/>
              <a:t>Huỳnh</a:t>
            </a:r>
            <a:r>
              <a:rPr lang="en-US" dirty="0"/>
              <a:t> Thanh </a:t>
            </a:r>
            <a:r>
              <a:rPr lang="en-US" dirty="0" err="1"/>
              <a:t>Tuấn</a:t>
            </a:r>
            <a:r>
              <a:rPr lang="en-US" dirty="0"/>
              <a:t> – 3122411234</a:t>
            </a:r>
          </a:p>
          <a:p>
            <a:r>
              <a:rPr lang="en-US" dirty="0" err="1"/>
              <a:t>Đỗ</a:t>
            </a:r>
            <a:r>
              <a:rPr lang="en-US" dirty="0"/>
              <a:t> Minh </a:t>
            </a:r>
            <a:r>
              <a:rPr lang="en-US" dirty="0" err="1"/>
              <a:t>Triết</a:t>
            </a:r>
            <a:r>
              <a:rPr lang="en-US" dirty="0"/>
              <a:t> – 3122411224</a:t>
            </a:r>
          </a:p>
        </p:txBody>
      </p:sp>
    </p:spTree>
    <p:extLst>
      <p:ext uri="{BB962C8B-B14F-4D97-AF65-F5344CB8AC3E}">
        <p14:creationId xmlns:p14="http://schemas.microsoft.com/office/powerpoint/2010/main" val="2905959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42B0A-216A-4893-9415-895A69E9C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F96FF-84F0-4A67-AE9F-4B8930BB6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Chọn</a:t>
            </a:r>
            <a:r>
              <a:rPr lang="en-US" dirty="0"/>
              <a:t> ra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ngữ</a:t>
            </a:r>
            <a:r>
              <a:rPr lang="en-US" dirty="0"/>
              <a:t> </a:t>
            </a:r>
            <a:r>
              <a:rPr lang="en-US" dirty="0" err="1"/>
              <a:t>cảnh</a:t>
            </a:r>
            <a:r>
              <a:rPr lang="en-US" dirty="0"/>
              <a:t> </a:t>
            </a: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AI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tư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nó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code (PoC Selection).</a:t>
            </a:r>
          </a:p>
          <a:p>
            <a:r>
              <a:rPr lang="en-US" dirty="0" err="1"/>
              <a:t>Hiểu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mở</a:t>
            </a:r>
            <a:r>
              <a:rPr lang="en-US" dirty="0"/>
              <a:t> </a:t>
            </a:r>
            <a:r>
              <a:rPr lang="en-US" dirty="0" err="1"/>
              <a:t>rộng</a:t>
            </a:r>
            <a:r>
              <a:rPr lang="en-US" dirty="0"/>
              <a:t>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Microservice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47B536-3E53-4C72-B888-F1423AE29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4098" y="3676329"/>
            <a:ext cx="4123803" cy="28165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B3C97DF-844D-4364-AC21-0E22CF3EAE8D}"/>
              </a:ext>
            </a:extLst>
          </p:cNvPr>
          <p:cNvSpPr txBox="1"/>
          <p:nvPr/>
        </p:nvSpPr>
        <p:spPr>
          <a:xfrm>
            <a:off x="1564639" y="6383020"/>
            <a:ext cx="9062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Figure 1: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đạt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đích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4124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42B0A-216A-4893-9415-895A69E9C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F96FF-84F0-4A67-AE9F-4B8930BB6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?</a:t>
            </a:r>
          </a:p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nghĩa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60FCF5-8FF2-45E5-95DE-DA62167EB769}"/>
              </a:ext>
            </a:extLst>
          </p:cNvPr>
          <p:cNvSpPr txBox="1"/>
          <p:nvPr/>
        </p:nvSpPr>
        <p:spPr>
          <a:xfrm>
            <a:off x="3373120" y="5897263"/>
            <a:ext cx="5445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Figure 2: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vẽ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ra chi </a:t>
            </a:r>
            <a:r>
              <a:rPr lang="en-US" dirty="0" err="1"/>
              <a:t>tiết</a:t>
            </a:r>
            <a:r>
              <a:rPr lang="en-US" dirty="0"/>
              <a:t> </a:t>
            </a: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nghĩa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quyết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0ADD6F-75A5-451E-9085-71D1EA20E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0283" y="2859693"/>
            <a:ext cx="8491433" cy="2902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298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42B0A-216A-4893-9415-895A69E9C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Platform PoC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F96FF-84F0-4A67-AE9F-4B8930BB6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nghệ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repo </a:t>
            </a: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dụng</a:t>
            </a:r>
            <a:endParaRPr lang="en-US" dirty="0"/>
          </a:p>
          <a:p>
            <a:pPr algn="l">
              <a:buFont typeface="+mj-lt"/>
              <a:buAutoNum type="arabicPeriod"/>
            </a:pPr>
            <a:r>
              <a:rPr lang="vi-VN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Python 3.12-3.13 (runtime chính).</a:t>
            </a:r>
          </a:p>
          <a:p>
            <a:pPr algn="l">
              <a:buFont typeface="+mj-lt"/>
              <a:buAutoNum type="arabicPeriod"/>
            </a:pPr>
            <a:r>
              <a:rPr lang="vi-VN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CrewAI multi-agent orchestration.</a:t>
            </a:r>
          </a:p>
          <a:p>
            <a:pPr algn="l">
              <a:buFont typeface="+mj-lt"/>
              <a:buAutoNum type="arabicPeriod"/>
            </a:pPr>
            <a:r>
              <a:rPr lang="vi-VN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LLM qua LiteLLM + Ollama local model openhermes.</a:t>
            </a:r>
          </a:p>
          <a:p>
            <a:pPr algn="l">
              <a:buFont typeface="+mj-lt"/>
              <a:buAutoNum type="arabicPeriod"/>
            </a:pPr>
            <a:r>
              <a:rPr lang="vi-VN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Web scraping + parsing bằng requests, BeautifulSoup, Browserless adapter.</a:t>
            </a:r>
          </a:p>
          <a:p>
            <a:pPr algn="l">
              <a:buFont typeface="+mj-lt"/>
              <a:buAutoNum type="arabicPeriod"/>
            </a:pPr>
            <a:r>
              <a:rPr lang="vi-VN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Semantic search nội bộ bằng sentence-transformers + vector store in-memory.</a:t>
            </a:r>
          </a:p>
          <a:p>
            <a:pPr algn="l">
              <a:buFont typeface="+mj-lt"/>
              <a:buAutoNum type="arabicPeriod"/>
            </a:pPr>
            <a:r>
              <a:rPr lang="vi-VN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Có thêm nền tảng API/service dependency (FastAPI, APScheduler, email-validator).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3806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224</Words>
  <Application>Microsoft Office PowerPoint</Application>
  <PresentationFormat>Widescreen</PresentationFormat>
  <Paragraphs>24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Báo cáo tiến độ nghiên cứu 6/4/2026</vt:lpstr>
      <vt:lpstr>Mục tiêu thực hiện</vt:lpstr>
      <vt:lpstr>Xác định vấn đề</vt:lpstr>
      <vt:lpstr>Platform PoC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Báo cáo tiến độ nghiên cứu 6/4/2026</dc:title>
  <dc:creator>Lâm Quang Khôi</dc:creator>
  <cp:lastModifiedBy>Lâm Quang Khôi</cp:lastModifiedBy>
  <cp:revision>4</cp:revision>
  <dcterms:created xsi:type="dcterms:W3CDTF">2026-04-05T14:49:37Z</dcterms:created>
  <dcterms:modified xsi:type="dcterms:W3CDTF">2026-04-05T16:09:16Z</dcterms:modified>
</cp:coreProperties>
</file>