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551E-601B-497A-B015-B478DD454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3F49D-5A3F-436D-A014-1AB7CC084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C6792-C7D9-4880-AD8B-7C9AF4EF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F0204-691B-4BEF-BEDE-196CE668D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0E764-3337-4269-A927-5FDD4080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EB61-0DEC-4444-9600-0CCD0E08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808A8-AC3C-422F-829B-906263E5C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62959-9E12-4603-AA7D-76C2CA50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7D53-3BA7-4AA9-86D2-E83DCC1E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B4F58-98B1-4DC4-A640-8E373EB9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5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02CB5-C776-408D-8420-C9F06ADAF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8E074-D6F2-4D84-B031-A6FAFE67C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BCDAA-796E-4081-825B-42191FF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FC96F-ECA4-4803-AD18-CBBAAB76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D4131-27A5-428B-B2EC-2E59E4CE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4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AAE2-FFE5-4839-BFE5-DE020A38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DF6C-066B-4770-852E-256C54BF9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D98EE-A247-4C70-8606-F065BE36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F8E71-B401-4BF7-952C-5781B636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D81CC-3B0C-4361-9096-D98A1E07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05F80-E54B-4065-A97C-4D42E19F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97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F175-D6EB-4A07-B942-621290123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3433E-827B-4936-8552-F0769E849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11FDD-55D7-4BE2-8085-A2B605472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AE843-4BD6-4E03-A297-8F0E7EE7C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E708E-7A8B-4625-9F25-D6DBD7E84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144B75-F439-4A72-B029-EE5CEAD6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9DB34-3C02-4FAD-92F5-807A5521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30D17-670A-43A4-B535-475165B1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5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83DBA-DFFF-412E-9592-509D601C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EE957-DA67-4F91-8E4A-07DC88A1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DBB48-0742-44B5-9DC8-8F62E6C0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59E69E-F6CC-48DC-9FD7-55A19F59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6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D8EF7-64E7-446D-BA38-B98CE403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18524-43C3-4883-A23D-48499CB8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17706-B5B8-4AA9-B1A9-63672E17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2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A09E-A9CA-4BAD-B3F3-6D65CEBA0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990C2-1AE7-47AD-B906-EE6FBF003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C0BF1-1B17-4735-8F37-DF2B55B71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EDB6C-94E0-4CCB-9A61-0AAC3174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D02FF-391F-4542-89BC-F2BFFFFD5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BC553-84F0-4D22-B17A-9A9136BD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8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6C8F-0902-43B6-AD7B-06E20506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78DA4-DCFF-4656-865B-8C15D91B2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73F58-1716-466B-AB92-610C53E07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28F92-AD87-45A3-8FD1-26E6604F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3DD83-2294-4E97-B8A9-07C5F6E8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946CA-428C-4E66-880C-465B9F85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4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740E-28CE-4F62-B277-54A21AD07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1ACE0-C62C-41F9-AFDF-041F29376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0A601-F88F-4CE4-9052-34C4D40B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F70BC-2B99-4032-96D8-71F984C1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FED67-799F-46F2-B63D-696DD1A2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5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8C3A4-DC59-4C8D-B53E-9F09AF1F84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AAEA2-B2DB-4CD3-931D-E810F1BA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FEBD8-FF53-4720-80B2-6DFE2C240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A8442-E682-4524-ACEF-1503C9CC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02EA2-68FE-47A0-B753-E202A16D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6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E1BEE-3DA7-4D09-A0B8-E566172B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18C16-02E8-4474-985F-59B018DEA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03C52-3D33-438A-A1FC-9D75CE55C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A7D20-4D2E-4C47-AC6D-54A40642E1A3}" type="datetimeFigureOut">
              <a:rPr lang="en-US" smtClean="0"/>
              <a:t>11/2/2026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BFFA6-4198-400B-B74E-C1BDCF540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7E6E8-2A5B-49DC-A3C3-7ED16FA15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78F7D-71E8-4A82-9FC4-F7C6FA97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7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BB6D80-D8AD-4030-B397-E75BC6271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Báo cáo sử dụng workflow n8n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DDF9C-5CF7-42F4-8A65-1C2A8D461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Lâm Quang Khôi – 3122411100 – DCT122C5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8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70907-DD4C-4A07-B8AB-36505E23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Sơ đồ tự động hóa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37312B-D18B-4F8A-A3CC-D6E015C0A9A6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Mục tiêu sử dụng: Tìm kiếm video thông qua bot telegram thay vì qua youtube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E370836-6372-49C9-86E3-731DF74287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88"/>
          <a:stretch/>
        </p:blipFill>
        <p:spPr>
          <a:xfrm>
            <a:off x="432225" y="2144482"/>
            <a:ext cx="11327549" cy="409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D5E08-EE7D-424C-B2DB-32BE40FD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41712"/>
            <a:ext cx="7923815" cy="11295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Quá trình thực hiện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019D0-949E-4CAD-AD2D-C994AD20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608" y="5497592"/>
            <a:ext cx="10637772" cy="6830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Chat với bot nội dung muốn xem trong Youtube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42F2ECB-4032-46AC-9F4C-C69A9093D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39" y="3574064"/>
            <a:ext cx="10478721" cy="120505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0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D5E08-EE7D-424C-B2DB-32BE40FD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Quá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trình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thực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hiện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019D0-949E-4CAD-AD2D-C994AD20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09" y="4685288"/>
            <a:ext cx="4171994" cy="10357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Thông tin có được bao gồm: tên video, kênh, ngày đăng, link đính kèm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167C42-6F25-48C9-9C9A-D3695A3D0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572" y="1684052"/>
            <a:ext cx="5608830" cy="337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06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78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Báo cáo sử dụng workflow n8n</vt:lpstr>
      <vt:lpstr>Sơ đồ tự động hóa</vt:lpstr>
      <vt:lpstr>Quá trình thực hiện</vt:lpstr>
      <vt:lpstr>Quá trình thực hiện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sử dụng workflow n8n</dc:title>
  <dc:creator>Lâm Quang Khôi</dc:creator>
  <cp:lastModifiedBy>Lâm Quang Khôi</cp:lastModifiedBy>
  <cp:revision>1</cp:revision>
  <dcterms:created xsi:type="dcterms:W3CDTF">2026-02-11T10:38:36Z</dcterms:created>
  <dcterms:modified xsi:type="dcterms:W3CDTF">2026-02-11T11:03:19Z</dcterms:modified>
</cp:coreProperties>
</file>