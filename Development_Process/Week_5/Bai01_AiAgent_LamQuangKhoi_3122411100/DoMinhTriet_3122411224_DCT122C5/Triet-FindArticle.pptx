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8"/>
  </p:notesMasterIdLst>
  <p:sldIdLst>
    <p:sldId id="256" r:id="rId2"/>
    <p:sldId id="259" r:id="rId3"/>
    <p:sldId id="297" r:id="rId4"/>
    <p:sldId id="298" r:id="rId5"/>
    <p:sldId id="299" r:id="rId6"/>
    <p:sldId id="300" r:id="rId7"/>
  </p:sldIdLst>
  <p:sldSz cx="9144000" cy="5143500" type="screen16x9"/>
  <p:notesSz cx="6858000" cy="9144000"/>
  <p:embeddedFontLst>
    <p:embeddedFont>
      <p:font typeface="Epilogue" panose="020B0604020202020204" charset="0"/>
      <p:regular r:id="rId9"/>
      <p:bold r:id="rId10"/>
      <p:italic r:id="rId11"/>
      <p:boldItalic r:id="rId12"/>
    </p:embeddedFon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Nunito Light" pitchFamily="2" charset="0"/>
      <p:regular r:id="rId17"/>
      <p: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45FF05-3807-4A0B-BABF-AC93AC9FA63B}">
  <a:tblStyle styleId="{8545FF05-3807-4A0B-BABF-AC93AC9FA6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54DE7AE-BECE-4472-B998-CDF73627962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>
          <a:extLst>
            <a:ext uri="{FF2B5EF4-FFF2-40B4-BE49-F238E27FC236}">
              <a16:creationId xmlns:a16="http://schemas.microsoft.com/office/drawing/2014/main" id="{59C4FE7D-D523-256E-F24E-38DA7CF6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>
            <a:extLst>
              <a:ext uri="{FF2B5EF4-FFF2-40B4-BE49-F238E27FC236}">
                <a16:creationId xmlns:a16="http://schemas.microsoft.com/office/drawing/2014/main" id="{93640B88-4F91-5DE1-B1FA-4391EA7A5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>
            <a:extLst>
              <a:ext uri="{FF2B5EF4-FFF2-40B4-BE49-F238E27FC236}">
                <a16:creationId xmlns:a16="http://schemas.microsoft.com/office/drawing/2014/main" id="{BE3AF362-6866-EF85-CF3B-42B363F6BE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3711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>
          <a:extLst>
            <a:ext uri="{FF2B5EF4-FFF2-40B4-BE49-F238E27FC236}">
              <a16:creationId xmlns:a16="http://schemas.microsoft.com/office/drawing/2014/main" id="{0627D642-7661-B626-91D7-B31669A28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>
            <a:extLst>
              <a:ext uri="{FF2B5EF4-FFF2-40B4-BE49-F238E27FC236}">
                <a16:creationId xmlns:a16="http://schemas.microsoft.com/office/drawing/2014/main" id="{2AF9FA12-3A08-A065-8081-58A6366BFA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>
            <a:extLst>
              <a:ext uri="{FF2B5EF4-FFF2-40B4-BE49-F238E27FC236}">
                <a16:creationId xmlns:a16="http://schemas.microsoft.com/office/drawing/2014/main" id="{91F497A0-BB9A-83DA-6D13-BA03FC42C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7573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>
          <a:extLst>
            <a:ext uri="{FF2B5EF4-FFF2-40B4-BE49-F238E27FC236}">
              <a16:creationId xmlns:a16="http://schemas.microsoft.com/office/drawing/2014/main" id="{63277920-4E8C-EE39-97DE-5A0B9AD86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>
            <a:extLst>
              <a:ext uri="{FF2B5EF4-FFF2-40B4-BE49-F238E27FC236}">
                <a16:creationId xmlns:a16="http://schemas.microsoft.com/office/drawing/2014/main" id="{4600FCFB-EBD9-1349-8EDB-A04831FBDA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>
            <a:extLst>
              <a:ext uri="{FF2B5EF4-FFF2-40B4-BE49-F238E27FC236}">
                <a16:creationId xmlns:a16="http://schemas.microsoft.com/office/drawing/2014/main" id="{F4123838-29A2-88B5-354E-16FFDAF18B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1456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>
          <a:extLst>
            <a:ext uri="{FF2B5EF4-FFF2-40B4-BE49-F238E27FC236}">
              <a16:creationId xmlns:a16="http://schemas.microsoft.com/office/drawing/2014/main" id="{6A7957A8-1E5C-0ADA-845C-D6588A244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>
            <a:extLst>
              <a:ext uri="{FF2B5EF4-FFF2-40B4-BE49-F238E27FC236}">
                <a16:creationId xmlns:a16="http://schemas.microsoft.com/office/drawing/2014/main" id="{D4CB6F71-F02A-D547-2154-8983FF5380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>
            <a:extLst>
              <a:ext uri="{FF2B5EF4-FFF2-40B4-BE49-F238E27FC236}">
                <a16:creationId xmlns:a16="http://schemas.microsoft.com/office/drawing/2014/main" id="{78AEBBB5-96A5-0B49-76A2-4B4521DF36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9652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9899992" flipH="1">
            <a:off x="-1515196" y="4121356"/>
            <a:ext cx="3953580" cy="192177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0" name="Google Shape;150;p8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4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14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7" name="Google Shape;347;p14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3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4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8" r:id="rId6"/>
    <p:sldLayoutId id="2147483660" r:id="rId7"/>
    <p:sldLayoutId id="2147483669" r:id="rId8"/>
    <p:sldLayoutId id="214748367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api.org/v2/top-headlines?language=en&amp;apiKey=yourApike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8"/>
          <p:cNvSpPr/>
          <p:nvPr/>
        </p:nvSpPr>
        <p:spPr>
          <a:xfrm rot="1053742">
            <a:off x="4909608" y="421118"/>
            <a:ext cx="4314987" cy="4418593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8"/>
          <p:cNvSpPr txBox="1">
            <a:spLocks noGrp="1"/>
          </p:cNvSpPr>
          <p:nvPr>
            <p:ph type="ctrTitle"/>
          </p:nvPr>
        </p:nvSpPr>
        <p:spPr>
          <a:xfrm>
            <a:off x="85461" y="1781688"/>
            <a:ext cx="514522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Áp dụng n8n cho việc tìm kiếm và tóm tắt các article</a:t>
            </a:r>
            <a:endParaRPr dirty="0"/>
          </a:p>
        </p:txBody>
      </p:sp>
      <p:grpSp>
        <p:nvGrpSpPr>
          <p:cNvPr id="757" name="Google Shape;757;p28"/>
          <p:cNvGrpSpPr/>
          <p:nvPr/>
        </p:nvGrpSpPr>
        <p:grpSpPr>
          <a:xfrm>
            <a:off x="5165167" y="656304"/>
            <a:ext cx="3841017" cy="3831227"/>
            <a:chOff x="5165167" y="656304"/>
            <a:chExt cx="3841017" cy="3831227"/>
          </a:xfrm>
        </p:grpSpPr>
        <p:grpSp>
          <p:nvGrpSpPr>
            <p:cNvPr id="758" name="Google Shape;758;p28"/>
            <p:cNvGrpSpPr/>
            <p:nvPr/>
          </p:nvGrpSpPr>
          <p:grpSpPr>
            <a:xfrm>
              <a:off x="5631673" y="1763897"/>
              <a:ext cx="2961645" cy="1992933"/>
              <a:chOff x="5311140" y="3874579"/>
              <a:chExt cx="2693384" cy="1812416"/>
            </a:xfrm>
          </p:grpSpPr>
          <p:grpSp>
            <p:nvGrpSpPr>
              <p:cNvPr id="759" name="Google Shape;759;p28"/>
              <p:cNvGrpSpPr/>
              <p:nvPr/>
            </p:nvGrpSpPr>
            <p:grpSpPr>
              <a:xfrm>
                <a:off x="6183439" y="5359431"/>
                <a:ext cx="948880" cy="327564"/>
                <a:chOff x="6183439" y="5359431"/>
                <a:chExt cx="948880" cy="327564"/>
              </a:xfrm>
            </p:grpSpPr>
            <p:sp>
              <p:nvSpPr>
                <p:cNvPr id="760" name="Google Shape;760;p28"/>
                <p:cNvSpPr/>
                <p:nvPr/>
              </p:nvSpPr>
              <p:spPr>
                <a:xfrm>
                  <a:off x="6459569" y="5359431"/>
                  <a:ext cx="396621" cy="29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621" h="291274" extrusionOk="0">
                      <a:moveTo>
                        <a:pt x="396621" y="0"/>
                      </a:moveTo>
                      <a:lnTo>
                        <a:pt x="396621" y="291274"/>
                      </a:lnTo>
                      <a:lnTo>
                        <a:pt x="0" y="291274"/>
                      </a:lnTo>
                      <a:lnTo>
                        <a:pt x="0" y="0"/>
                      </a:lnTo>
                      <a:lnTo>
                        <a:pt x="140304" y="0"/>
                      </a:lnTo>
                      <a:lnTo>
                        <a:pt x="140304" y="140017"/>
                      </a:lnTo>
                      <a:cubicBezTo>
                        <a:pt x="140304" y="171926"/>
                        <a:pt x="166402" y="198120"/>
                        <a:pt x="198311" y="198120"/>
                      </a:cubicBezTo>
                      <a:cubicBezTo>
                        <a:pt x="230220" y="198120"/>
                        <a:pt x="256413" y="171926"/>
                        <a:pt x="256413" y="140017"/>
                      </a:cubicBezTo>
                      <a:lnTo>
                        <a:pt x="256413" y="0"/>
                      </a:lnTo>
                      <a:lnTo>
                        <a:pt x="39662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" name="Google Shape;761;p28"/>
                <p:cNvSpPr/>
                <p:nvPr/>
              </p:nvSpPr>
              <p:spPr>
                <a:xfrm>
                  <a:off x="6459569" y="5359431"/>
                  <a:ext cx="140303" cy="59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03" h="59054" extrusionOk="0">
                      <a:moveTo>
                        <a:pt x="0" y="0"/>
                      </a:moveTo>
                      <a:lnTo>
                        <a:pt x="140304" y="0"/>
                      </a:lnTo>
                      <a:lnTo>
                        <a:pt x="140304" y="59055"/>
                      </a:lnTo>
                      <a:lnTo>
                        <a:pt x="0" y="4286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28"/>
                <p:cNvSpPr/>
                <p:nvPr/>
              </p:nvSpPr>
              <p:spPr>
                <a:xfrm>
                  <a:off x="6715982" y="5359431"/>
                  <a:ext cx="140207" cy="88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07" h="88391" extrusionOk="0">
                      <a:moveTo>
                        <a:pt x="140208" y="0"/>
                      </a:moveTo>
                      <a:lnTo>
                        <a:pt x="140208" y="88392"/>
                      </a:lnTo>
                      <a:lnTo>
                        <a:pt x="0" y="72295"/>
                      </a:lnTo>
                      <a:lnTo>
                        <a:pt x="0" y="0"/>
                      </a:lnTo>
                      <a:lnTo>
                        <a:pt x="1402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3" name="Google Shape;763;p28"/>
                <p:cNvSpPr/>
                <p:nvPr/>
              </p:nvSpPr>
              <p:spPr>
                <a:xfrm>
                  <a:off x="6183439" y="5647467"/>
                  <a:ext cx="948880" cy="39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8880" h="39528" extrusionOk="0">
                      <a:moveTo>
                        <a:pt x="0" y="0"/>
                      </a:moveTo>
                      <a:lnTo>
                        <a:pt x="948880" y="0"/>
                      </a:lnTo>
                      <a:lnTo>
                        <a:pt x="948880" y="39529"/>
                      </a:lnTo>
                      <a:lnTo>
                        <a:pt x="0" y="395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4" name="Google Shape;764;p28"/>
              <p:cNvSpPr/>
              <p:nvPr/>
            </p:nvSpPr>
            <p:spPr>
              <a:xfrm>
                <a:off x="5311140" y="3874579"/>
                <a:ext cx="2693384" cy="1517428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517428" extrusionOk="0">
                    <a:moveTo>
                      <a:pt x="2693384" y="107442"/>
                    </a:moveTo>
                    <a:lnTo>
                      <a:pt x="2693384" y="1409890"/>
                    </a:lnTo>
                    <a:cubicBezTo>
                      <a:pt x="2693384" y="1469231"/>
                      <a:pt x="2645283" y="1517428"/>
                      <a:pt x="2585847" y="1517428"/>
                    </a:cubicBezTo>
                    <a:lnTo>
                      <a:pt x="107537" y="1517428"/>
                    </a:lnTo>
                    <a:cubicBezTo>
                      <a:pt x="48101" y="1517428"/>
                      <a:pt x="0" y="1469231"/>
                      <a:pt x="0" y="1409890"/>
                    </a:cubicBezTo>
                    <a:lnTo>
                      <a:pt x="0" y="107442"/>
                    </a:lnTo>
                    <a:cubicBezTo>
                      <a:pt x="0" y="48101"/>
                      <a:pt x="48101" y="0"/>
                      <a:pt x="107537" y="0"/>
                    </a:cubicBezTo>
                    <a:lnTo>
                      <a:pt x="2585847" y="0"/>
                    </a:lnTo>
                    <a:cubicBezTo>
                      <a:pt x="2645283" y="0"/>
                      <a:pt x="2693384" y="48101"/>
                      <a:pt x="2693384" y="107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28"/>
              <p:cNvSpPr/>
              <p:nvPr/>
            </p:nvSpPr>
            <p:spPr>
              <a:xfrm>
                <a:off x="5311140" y="4009739"/>
                <a:ext cx="2693384" cy="1223295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223295" extrusionOk="0">
                    <a:moveTo>
                      <a:pt x="0" y="0"/>
                    </a:moveTo>
                    <a:lnTo>
                      <a:pt x="2693384" y="0"/>
                    </a:lnTo>
                    <a:lnTo>
                      <a:pt x="2693384" y="1223296"/>
                    </a:lnTo>
                    <a:lnTo>
                      <a:pt x="0" y="122329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28"/>
              <p:cNvSpPr/>
              <p:nvPr/>
            </p:nvSpPr>
            <p:spPr>
              <a:xfrm>
                <a:off x="6619875" y="5273611"/>
                <a:ext cx="76009" cy="76009"/>
              </a:xfrm>
              <a:custGeom>
                <a:avLst/>
                <a:gdLst/>
                <a:ahLst/>
                <a:cxnLst/>
                <a:rect l="l" t="t" r="r" b="b"/>
                <a:pathLst>
                  <a:path w="76009" h="76009" extrusionOk="0">
                    <a:moveTo>
                      <a:pt x="76009" y="38005"/>
                    </a:moveTo>
                    <a:cubicBezTo>
                      <a:pt x="76009" y="58960"/>
                      <a:pt x="59055" y="76010"/>
                      <a:pt x="38005" y="76010"/>
                    </a:cubicBezTo>
                    <a:cubicBezTo>
                      <a:pt x="16955" y="76010"/>
                      <a:pt x="0" y="59055"/>
                      <a:pt x="0" y="38005"/>
                    </a:cubicBezTo>
                    <a:cubicBezTo>
                      <a:pt x="0" y="16954"/>
                      <a:pt x="16955" y="0"/>
                      <a:pt x="38005" y="0"/>
                    </a:cubicBezTo>
                    <a:cubicBezTo>
                      <a:pt x="59055" y="0"/>
                      <a:pt x="76009" y="16954"/>
                      <a:pt x="76009" y="3800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7" name="Google Shape;767;p28"/>
            <p:cNvGrpSpPr/>
            <p:nvPr/>
          </p:nvGrpSpPr>
          <p:grpSpPr>
            <a:xfrm>
              <a:off x="6285440" y="656304"/>
              <a:ext cx="1654423" cy="835905"/>
              <a:chOff x="5905690" y="2867310"/>
              <a:chExt cx="1504568" cy="760190"/>
            </a:xfrm>
          </p:grpSpPr>
          <p:sp>
            <p:nvSpPr>
              <p:cNvPr id="768" name="Google Shape;768;p28"/>
              <p:cNvSpPr/>
              <p:nvPr/>
            </p:nvSpPr>
            <p:spPr>
              <a:xfrm>
                <a:off x="5905690" y="2867310"/>
                <a:ext cx="1504568" cy="760190"/>
              </a:xfrm>
              <a:custGeom>
                <a:avLst/>
                <a:gdLst/>
                <a:ahLst/>
                <a:cxnLst/>
                <a:rect l="l" t="t" r="r" b="b"/>
                <a:pathLst>
                  <a:path w="1504568" h="760190" extrusionOk="0">
                    <a:moveTo>
                      <a:pt x="1504379" y="647414"/>
                    </a:moveTo>
                    <a:cubicBezTo>
                      <a:pt x="1504379" y="709708"/>
                      <a:pt x="1453896" y="760190"/>
                      <a:pt x="1391602" y="760190"/>
                    </a:cubicBezTo>
                    <a:lnTo>
                      <a:pt x="194881" y="760190"/>
                    </a:lnTo>
                    <a:cubicBezTo>
                      <a:pt x="87249" y="760190"/>
                      <a:pt x="0" y="672941"/>
                      <a:pt x="0" y="565309"/>
                    </a:cubicBezTo>
                    <a:cubicBezTo>
                      <a:pt x="0" y="457676"/>
                      <a:pt x="87249" y="370522"/>
                      <a:pt x="194881" y="370522"/>
                    </a:cubicBezTo>
                    <a:cubicBezTo>
                      <a:pt x="220027" y="370522"/>
                      <a:pt x="244126" y="375285"/>
                      <a:pt x="266223" y="383953"/>
                    </a:cubicBezTo>
                    <a:cubicBezTo>
                      <a:pt x="266223" y="382714"/>
                      <a:pt x="266223" y="381381"/>
                      <a:pt x="266223" y="380047"/>
                    </a:cubicBezTo>
                    <a:cubicBezTo>
                      <a:pt x="266223" y="240030"/>
                      <a:pt x="341947" y="117729"/>
                      <a:pt x="454628" y="51816"/>
                    </a:cubicBezTo>
                    <a:cubicBezTo>
                      <a:pt x="510921" y="18859"/>
                      <a:pt x="576453" y="0"/>
                      <a:pt x="646366" y="0"/>
                    </a:cubicBezTo>
                    <a:cubicBezTo>
                      <a:pt x="832009" y="0"/>
                      <a:pt x="986504" y="133064"/>
                      <a:pt x="1019747" y="309086"/>
                    </a:cubicBezTo>
                    <a:cubicBezTo>
                      <a:pt x="1054989" y="288893"/>
                      <a:pt x="1095851" y="277368"/>
                      <a:pt x="1139476" y="277368"/>
                    </a:cubicBezTo>
                    <a:cubicBezTo>
                      <a:pt x="1272731" y="277368"/>
                      <a:pt x="1380839" y="385477"/>
                      <a:pt x="1380839" y="518731"/>
                    </a:cubicBezTo>
                    <a:cubicBezTo>
                      <a:pt x="1380839" y="524256"/>
                      <a:pt x="1380648" y="529685"/>
                      <a:pt x="1380268" y="535114"/>
                    </a:cubicBezTo>
                    <a:cubicBezTo>
                      <a:pt x="1384078" y="534734"/>
                      <a:pt x="1387887" y="534543"/>
                      <a:pt x="1391793" y="534543"/>
                    </a:cubicBezTo>
                    <a:cubicBezTo>
                      <a:pt x="1454086" y="534543"/>
                      <a:pt x="1504569" y="585026"/>
                      <a:pt x="1504569" y="6473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28"/>
              <p:cNvSpPr/>
              <p:nvPr/>
            </p:nvSpPr>
            <p:spPr>
              <a:xfrm>
                <a:off x="5905690" y="2918364"/>
                <a:ext cx="922591" cy="709136"/>
              </a:xfrm>
              <a:custGeom>
                <a:avLst/>
                <a:gdLst/>
                <a:ahLst/>
                <a:cxnLst/>
                <a:rect l="l" t="t" r="r" b="b"/>
                <a:pathLst>
                  <a:path w="922591" h="709136" extrusionOk="0">
                    <a:moveTo>
                      <a:pt x="922305" y="709136"/>
                    </a:moveTo>
                    <a:lnTo>
                      <a:pt x="194881" y="709136"/>
                    </a:lnTo>
                    <a:cubicBezTo>
                      <a:pt x="87249" y="709136"/>
                      <a:pt x="0" y="621887"/>
                      <a:pt x="0" y="514255"/>
                    </a:cubicBezTo>
                    <a:cubicBezTo>
                      <a:pt x="0" y="406622"/>
                      <a:pt x="87249" y="319468"/>
                      <a:pt x="194881" y="319468"/>
                    </a:cubicBezTo>
                    <a:cubicBezTo>
                      <a:pt x="220027" y="319468"/>
                      <a:pt x="244126" y="324231"/>
                      <a:pt x="266223" y="332899"/>
                    </a:cubicBezTo>
                    <a:cubicBezTo>
                      <a:pt x="266223" y="331660"/>
                      <a:pt x="266223" y="330327"/>
                      <a:pt x="266223" y="328993"/>
                    </a:cubicBezTo>
                    <a:cubicBezTo>
                      <a:pt x="266223" y="188976"/>
                      <a:pt x="341947" y="66675"/>
                      <a:pt x="454628" y="762"/>
                    </a:cubicBezTo>
                    <a:cubicBezTo>
                      <a:pt x="515683" y="-2286"/>
                      <a:pt x="577024" y="3429"/>
                      <a:pt x="633984" y="24860"/>
                    </a:cubicBezTo>
                    <a:cubicBezTo>
                      <a:pt x="707803" y="52768"/>
                      <a:pt x="773239" y="110109"/>
                      <a:pt x="797052" y="185261"/>
                    </a:cubicBezTo>
                    <a:cubicBezTo>
                      <a:pt x="820864" y="260509"/>
                      <a:pt x="795433" y="352425"/>
                      <a:pt x="728472" y="394144"/>
                    </a:cubicBezTo>
                    <a:cubicBezTo>
                      <a:pt x="769334" y="388430"/>
                      <a:pt x="808863" y="395002"/>
                      <a:pt x="844010" y="416433"/>
                    </a:cubicBezTo>
                    <a:cubicBezTo>
                      <a:pt x="879157" y="437864"/>
                      <a:pt x="902970" y="481298"/>
                      <a:pt x="892302" y="521113"/>
                    </a:cubicBezTo>
                    <a:cubicBezTo>
                      <a:pt x="885730" y="545782"/>
                      <a:pt x="867156" y="565975"/>
                      <a:pt x="845629" y="579787"/>
                    </a:cubicBezTo>
                    <a:cubicBezTo>
                      <a:pt x="824769" y="593217"/>
                      <a:pt x="801148" y="601408"/>
                      <a:pt x="777621" y="609314"/>
                    </a:cubicBezTo>
                    <a:cubicBezTo>
                      <a:pt x="788479" y="605790"/>
                      <a:pt x="793623" y="605790"/>
                      <a:pt x="805910" y="605314"/>
                    </a:cubicBezTo>
                    <a:cubicBezTo>
                      <a:pt x="819055" y="604742"/>
                      <a:pt x="832961" y="608457"/>
                      <a:pt x="842010" y="618077"/>
                    </a:cubicBezTo>
                    <a:cubicBezTo>
                      <a:pt x="851059" y="627698"/>
                      <a:pt x="853440" y="643890"/>
                      <a:pt x="845153" y="654082"/>
                    </a:cubicBezTo>
                    <a:cubicBezTo>
                      <a:pt x="859727" y="639699"/>
                      <a:pt x="881919" y="651510"/>
                      <a:pt x="897541" y="664845"/>
                    </a:cubicBezTo>
                    <a:cubicBezTo>
                      <a:pt x="910971" y="676180"/>
                      <a:pt x="919067" y="691991"/>
                      <a:pt x="922591" y="7091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0" name="Google Shape;770;p28"/>
            <p:cNvGrpSpPr/>
            <p:nvPr/>
          </p:nvGrpSpPr>
          <p:grpSpPr>
            <a:xfrm>
              <a:off x="8276803" y="1327941"/>
              <a:ext cx="387944" cy="273258"/>
              <a:chOff x="7716678" y="3270218"/>
              <a:chExt cx="352805" cy="248507"/>
            </a:xfrm>
          </p:grpSpPr>
          <p:sp>
            <p:nvSpPr>
              <p:cNvPr id="771" name="Google Shape;771;p28"/>
              <p:cNvSpPr/>
              <p:nvPr/>
            </p:nvSpPr>
            <p:spPr>
              <a:xfrm>
                <a:off x="7716678" y="3270218"/>
                <a:ext cx="352805" cy="248507"/>
              </a:xfrm>
              <a:custGeom>
                <a:avLst/>
                <a:gdLst/>
                <a:ahLst/>
                <a:cxnLst/>
                <a:rect l="l" t="t" r="r" b="b"/>
                <a:pathLst>
                  <a:path w="352805" h="248507" extrusionOk="0">
                    <a:moveTo>
                      <a:pt x="261938" y="0"/>
                    </a:moveTo>
                    <a:lnTo>
                      <a:pt x="90868" y="0"/>
                    </a:lnTo>
                    <a:cubicBezTo>
                      <a:pt x="40862" y="0"/>
                      <a:pt x="0" y="40862"/>
                      <a:pt x="0" y="90869"/>
                    </a:cubicBezTo>
                    <a:cubicBezTo>
                      <a:pt x="0" y="140875"/>
                      <a:pt x="38100" y="178879"/>
                      <a:pt x="85725" y="181642"/>
                    </a:cubicBezTo>
                    <a:lnTo>
                      <a:pt x="29527" y="248508"/>
                    </a:lnTo>
                    <a:lnTo>
                      <a:pt x="135445" y="181833"/>
                    </a:lnTo>
                    <a:lnTo>
                      <a:pt x="261938" y="181833"/>
                    </a:lnTo>
                    <a:cubicBezTo>
                      <a:pt x="311944" y="181833"/>
                      <a:pt x="352806" y="140970"/>
                      <a:pt x="352806" y="90964"/>
                    </a:cubicBezTo>
                    <a:cubicBezTo>
                      <a:pt x="352806" y="40958"/>
                      <a:pt x="311944" y="95"/>
                      <a:pt x="261938" y="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28"/>
              <p:cNvSpPr/>
              <p:nvPr/>
            </p:nvSpPr>
            <p:spPr>
              <a:xfrm>
                <a:off x="7783353" y="3331749"/>
                <a:ext cx="219455" cy="59054"/>
              </a:xfrm>
              <a:custGeom>
                <a:avLst/>
                <a:gdLst/>
                <a:ahLst/>
                <a:cxnLst/>
                <a:rect l="l" t="t" r="r" b="b"/>
                <a:pathLst>
                  <a:path w="219455" h="59054" extrusionOk="0">
                    <a:moveTo>
                      <a:pt x="29527" y="0"/>
                    </a:moveTo>
                    <a:cubicBezTo>
                      <a:pt x="13239" y="0"/>
                      <a:pt x="0" y="13240"/>
                      <a:pt x="0" y="29528"/>
                    </a:cubicBezTo>
                    <a:cubicBezTo>
                      <a:pt x="0" y="45815"/>
                      <a:pt x="13239" y="59055"/>
                      <a:pt x="29527" y="59055"/>
                    </a:cubicBezTo>
                    <a:cubicBezTo>
                      <a:pt x="45815" y="59055"/>
                      <a:pt x="59055" y="45815"/>
                      <a:pt x="59055" y="29528"/>
                    </a:cubicBezTo>
                    <a:cubicBezTo>
                      <a:pt x="59055" y="13240"/>
                      <a:pt x="45815" y="0"/>
                      <a:pt x="29527" y="0"/>
                    </a:cubicBezTo>
                    <a:close/>
                    <a:moveTo>
                      <a:pt x="109728" y="0"/>
                    </a:moveTo>
                    <a:cubicBezTo>
                      <a:pt x="93440" y="0"/>
                      <a:pt x="80200" y="13240"/>
                      <a:pt x="80200" y="29528"/>
                    </a:cubicBezTo>
                    <a:cubicBezTo>
                      <a:pt x="80200" y="45815"/>
                      <a:pt x="93440" y="59055"/>
                      <a:pt x="109728" y="59055"/>
                    </a:cubicBezTo>
                    <a:cubicBezTo>
                      <a:pt x="126016" y="59055"/>
                      <a:pt x="139255" y="45815"/>
                      <a:pt x="139255" y="29528"/>
                    </a:cubicBezTo>
                    <a:cubicBezTo>
                      <a:pt x="139255" y="13240"/>
                      <a:pt x="126016" y="0"/>
                      <a:pt x="109728" y="0"/>
                    </a:cubicBezTo>
                    <a:close/>
                    <a:moveTo>
                      <a:pt x="189929" y="0"/>
                    </a:moveTo>
                    <a:cubicBezTo>
                      <a:pt x="173641" y="0"/>
                      <a:pt x="160401" y="13240"/>
                      <a:pt x="160401" y="29528"/>
                    </a:cubicBezTo>
                    <a:cubicBezTo>
                      <a:pt x="160401" y="45815"/>
                      <a:pt x="173641" y="59055"/>
                      <a:pt x="189929" y="59055"/>
                    </a:cubicBezTo>
                    <a:cubicBezTo>
                      <a:pt x="206216" y="59055"/>
                      <a:pt x="219456" y="45815"/>
                      <a:pt x="219456" y="29528"/>
                    </a:cubicBezTo>
                    <a:cubicBezTo>
                      <a:pt x="219456" y="13240"/>
                      <a:pt x="206216" y="0"/>
                      <a:pt x="1899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3" name="Google Shape;773;p28"/>
            <p:cNvSpPr/>
            <p:nvPr/>
          </p:nvSpPr>
          <p:spPr>
            <a:xfrm>
              <a:off x="7148815" y="1542896"/>
              <a:ext cx="10501" cy="432759"/>
            </a:xfrm>
            <a:custGeom>
              <a:avLst/>
              <a:gdLst/>
              <a:ahLst/>
              <a:cxnLst/>
              <a:rect l="l" t="t" r="r" b="b"/>
              <a:pathLst>
                <a:path w="9525" h="392525" extrusionOk="0">
                  <a:moveTo>
                    <a:pt x="0" y="0"/>
                  </a:moveTo>
                  <a:lnTo>
                    <a:pt x="0" y="392525"/>
                  </a:lnTo>
                </a:path>
              </a:pathLst>
            </a:custGeom>
            <a:noFill/>
            <a:ln w="29900" cap="rnd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4" name="Google Shape;774;p28"/>
            <p:cNvGrpSpPr/>
            <p:nvPr/>
          </p:nvGrpSpPr>
          <p:grpSpPr>
            <a:xfrm>
              <a:off x="5483130" y="2415465"/>
              <a:ext cx="27232" cy="532378"/>
              <a:chOff x="3534917" y="4467129"/>
              <a:chExt cx="24765" cy="484156"/>
            </a:xfrm>
          </p:grpSpPr>
          <p:sp>
            <p:nvSpPr>
              <p:cNvPr id="775" name="Google Shape;775;p28"/>
              <p:cNvSpPr/>
              <p:nvPr/>
            </p:nvSpPr>
            <p:spPr>
              <a:xfrm>
                <a:off x="3547300" y="4478845"/>
                <a:ext cx="9525" cy="46072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60724" extrusionOk="0">
                    <a:moveTo>
                      <a:pt x="0" y="460724"/>
                    </a:moveTo>
                    <a:lnTo>
                      <a:pt x="0" y="0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28"/>
              <p:cNvSpPr/>
              <p:nvPr/>
            </p:nvSpPr>
            <p:spPr>
              <a:xfrm>
                <a:off x="3534917" y="4926520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2"/>
                    </a:moveTo>
                    <a:cubicBezTo>
                      <a:pt x="24765" y="19240"/>
                      <a:pt x="19241" y="24765"/>
                      <a:pt x="12383" y="24765"/>
                    </a:cubicBezTo>
                    <a:cubicBezTo>
                      <a:pt x="5525" y="24765"/>
                      <a:pt x="0" y="19240"/>
                      <a:pt x="0" y="12382"/>
                    </a:cubicBezTo>
                    <a:cubicBezTo>
                      <a:pt x="0" y="5524"/>
                      <a:pt x="5525" y="0"/>
                      <a:pt x="12383" y="0"/>
                    </a:cubicBezTo>
                    <a:cubicBezTo>
                      <a:pt x="19241" y="0"/>
                      <a:pt x="24765" y="5524"/>
                      <a:pt x="24765" y="12382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28"/>
              <p:cNvSpPr/>
              <p:nvPr/>
            </p:nvSpPr>
            <p:spPr>
              <a:xfrm>
                <a:off x="3534917" y="4467129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3"/>
                    </a:moveTo>
                    <a:cubicBezTo>
                      <a:pt x="24765" y="5525"/>
                      <a:pt x="19241" y="0"/>
                      <a:pt x="12383" y="0"/>
                    </a:cubicBezTo>
                    <a:cubicBezTo>
                      <a:pt x="5525" y="0"/>
                      <a:pt x="0" y="5525"/>
                      <a:pt x="0" y="12383"/>
                    </a:cubicBezTo>
                    <a:cubicBezTo>
                      <a:pt x="0" y="19241"/>
                      <a:pt x="5525" y="24765"/>
                      <a:pt x="12383" y="24765"/>
                    </a:cubicBezTo>
                    <a:cubicBezTo>
                      <a:pt x="19241" y="24765"/>
                      <a:pt x="24765" y="19241"/>
                      <a:pt x="24765" y="12383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8" name="Google Shape;778;p28"/>
            <p:cNvGrpSpPr/>
            <p:nvPr/>
          </p:nvGrpSpPr>
          <p:grpSpPr>
            <a:xfrm>
              <a:off x="5643247" y="2277185"/>
              <a:ext cx="749418" cy="303868"/>
              <a:chOff x="3680531" y="4341375"/>
              <a:chExt cx="681537" cy="276344"/>
            </a:xfrm>
          </p:grpSpPr>
          <p:sp>
            <p:nvSpPr>
              <p:cNvPr id="779" name="Google Shape;779;p28"/>
              <p:cNvSpPr/>
              <p:nvPr/>
            </p:nvSpPr>
            <p:spPr>
              <a:xfrm>
                <a:off x="3692461" y="4353401"/>
                <a:ext cx="657796" cy="251936"/>
              </a:xfrm>
              <a:custGeom>
                <a:avLst/>
                <a:gdLst/>
                <a:ahLst/>
                <a:cxnLst/>
                <a:rect l="l" t="t" r="r" b="b"/>
                <a:pathLst>
                  <a:path w="657796" h="251936" extrusionOk="0">
                    <a:moveTo>
                      <a:pt x="0" y="0"/>
                    </a:moveTo>
                    <a:lnTo>
                      <a:pt x="217075" y="217075"/>
                    </a:lnTo>
                    <a:cubicBezTo>
                      <a:pt x="239363" y="239363"/>
                      <a:pt x="269653" y="251936"/>
                      <a:pt x="301180" y="251936"/>
                    </a:cubicBezTo>
                    <a:lnTo>
                      <a:pt x="657797" y="251936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28"/>
              <p:cNvSpPr/>
              <p:nvPr/>
            </p:nvSpPr>
            <p:spPr>
              <a:xfrm>
                <a:off x="3680531" y="4341375"/>
                <a:ext cx="24812" cy="24812"/>
              </a:xfrm>
              <a:custGeom>
                <a:avLst/>
                <a:gdLst/>
                <a:ahLst/>
                <a:cxnLst/>
                <a:rect l="l" t="t" r="r" b="b"/>
                <a:pathLst>
                  <a:path w="24812" h="24812" extrusionOk="0">
                    <a:moveTo>
                      <a:pt x="3643" y="21169"/>
                    </a:moveTo>
                    <a:cubicBezTo>
                      <a:pt x="-1214" y="16312"/>
                      <a:pt x="-1214" y="8501"/>
                      <a:pt x="3643" y="3643"/>
                    </a:cubicBezTo>
                    <a:cubicBezTo>
                      <a:pt x="8501" y="-1214"/>
                      <a:pt x="16312" y="-1214"/>
                      <a:pt x="21169" y="3643"/>
                    </a:cubicBezTo>
                    <a:cubicBezTo>
                      <a:pt x="26027" y="8501"/>
                      <a:pt x="26027" y="16312"/>
                      <a:pt x="21169" y="21169"/>
                    </a:cubicBezTo>
                    <a:cubicBezTo>
                      <a:pt x="16312" y="26027"/>
                      <a:pt x="8501" y="26027"/>
                      <a:pt x="3643" y="21169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28"/>
              <p:cNvSpPr/>
              <p:nvPr/>
            </p:nvSpPr>
            <p:spPr>
              <a:xfrm>
                <a:off x="4337303" y="4592955"/>
                <a:ext cx="24765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4" extrusionOk="0">
                    <a:moveTo>
                      <a:pt x="12383" y="24765"/>
                    </a:moveTo>
                    <a:cubicBezTo>
                      <a:pt x="19241" y="24765"/>
                      <a:pt x="24765" y="19240"/>
                      <a:pt x="24765" y="12382"/>
                    </a:cubicBezTo>
                    <a:cubicBezTo>
                      <a:pt x="24765" y="5524"/>
                      <a:pt x="19241" y="0"/>
                      <a:pt x="12383" y="0"/>
                    </a:cubicBezTo>
                    <a:cubicBezTo>
                      <a:pt x="5525" y="0"/>
                      <a:pt x="0" y="5524"/>
                      <a:pt x="0" y="12382"/>
                    </a:cubicBezTo>
                    <a:cubicBezTo>
                      <a:pt x="0" y="19240"/>
                      <a:pt x="5525" y="24765"/>
                      <a:pt x="12383" y="24765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2" name="Google Shape;782;p28"/>
            <p:cNvGrpSpPr/>
            <p:nvPr/>
          </p:nvGrpSpPr>
          <p:grpSpPr>
            <a:xfrm>
              <a:off x="8163164" y="4027994"/>
              <a:ext cx="202142" cy="355685"/>
              <a:chOff x="7613332" y="5933598"/>
              <a:chExt cx="183832" cy="323468"/>
            </a:xfrm>
          </p:grpSpPr>
          <p:sp>
            <p:nvSpPr>
              <p:cNvPr id="783" name="Google Shape;783;p28"/>
              <p:cNvSpPr/>
              <p:nvPr/>
            </p:nvSpPr>
            <p:spPr>
              <a:xfrm>
                <a:off x="7613332" y="5933598"/>
                <a:ext cx="183832" cy="323468"/>
              </a:xfrm>
              <a:custGeom>
                <a:avLst/>
                <a:gdLst/>
                <a:ahLst/>
                <a:cxnLst/>
                <a:rect l="l" t="t" r="r" b="b"/>
                <a:pathLst>
                  <a:path w="183832" h="323468" extrusionOk="0">
                    <a:moveTo>
                      <a:pt x="91916" y="323469"/>
                    </a:moveTo>
                    <a:lnTo>
                      <a:pt x="91916" y="323469"/>
                    </a:lnTo>
                    <a:cubicBezTo>
                      <a:pt x="41339" y="323469"/>
                      <a:pt x="0" y="282130"/>
                      <a:pt x="0" y="231553"/>
                    </a:cubicBezTo>
                    <a:lnTo>
                      <a:pt x="0" y="91916"/>
                    </a:lnTo>
                    <a:cubicBezTo>
                      <a:pt x="0" y="41338"/>
                      <a:pt x="41339" y="0"/>
                      <a:pt x="91916" y="0"/>
                    </a:cubicBezTo>
                    <a:lnTo>
                      <a:pt x="91916" y="0"/>
                    </a:lnTo>
                    <a:cubicBezTo>
                      <a:pt x="142494" y="0"/>
                      <a:pt x="183832" y="41338"/>
                      <a:pt x="183832" y="91916"/>
                    </a:cubicBezTo>
                    <a:lnTo>
                      <a:pt x="183832" y="231553"/>
                    </a:lnTo>
                    <a:cubicBezTo>
                      <a:pt x="183832" y="282130"/>
                      <a:pt x="142494" y="323469"/>
                      <a:pt x="91916" y="32346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28"/>
              <p:cNvSpPr/>
              <p:nvPr/>
            </p:nvSpPr>
            <p:spPr>
              <a:xfrm>
                <a:off x="7699533" y="5961602"/>
                <a:ext cx="11430" cy="54101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4101" extrusionOk="0">
                    <a:moveTo>
                      <a:pt x="5715" y="54102"/>
                    </a:moveTo>
                    <a:lnTo>
                      <a:pt x="5715" y="54102"/>
                    </a:lnTo>
                    <a:cubicBezTo>
                      <a:pt x="2572" y="54102"/>
                      <a:pt x="0" y="51530"/>
                      <a:pt x="0" y="48387"/>
                    </a:cubicBezTo>
                    <a:lnTo>
                      <a:pt x="0" y="5715"/>
                    </a:lnTo>
                    <a:cubicBezTo>
                      <a:pt x="0" y="2571"/>
                      <a:pt x="2572" y="0"/>
                      <a:pt x="5715" y="0"/>
                    </a:cubicBezTo>
                    <a:lnTo>
                      <a:pt x="5715" y="0"/>
                    </a:lnTo>
                    <a:cubicBezTo>
                      <a:pt x="8859" y="0"/>
                      <a:pt x="11430" y="2571"/>
                      <a:pt x="11430" y="5715"/>
                    </a:cubicBezTo>
                    <a:lnTo>
                      <a:pt x="11430" y="48387"/>
                    </a:lnTo>
                    <a:cubicBezTo>
                      <a:pt x="11430" y="51530"/>
                      <a:pt x="8859" y="54102"/>
                      <a:pt x="5715" y="5410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5" name="Google Shape;785;p28"/>
            <p:cNvGrpSpPr/>
            <p:nvPr/>
          </p:nvGrpSpPr>
          <p:grpSpPr>
            <a:xfrm>
              <a:off x="6427831" y="3923439"/>
              <a:ext cx="1533857" cy="564092"/>
              <a:chOff x="6546554" y="3679108"/>
              <a:chExt cx="1256642" cy="462143"/>
            </a:xfrm>
          </p:grpSpPr>
          <p:sp>
            <p:nvSpPr>
              <p:cNvPr id="786" name="Google Shape;786;p28"/>
              <p:cNvSpPr/>
              <p:nvPr/>
            </p:nvSpPr>
            <p:spPr>
              <a:xfrm>
                <a:off x="6546554" y="3679108"/>
                <a:ext cx="1256642" cy="462143"/>
              </a:xfrm>
              <a:custGeom>
                <a:avLst/>
                <a:gdLst/>
                <a:ahLst/>
                <a:cxnLst/>
                <a:rect l="l" t="t" r="r" b="b"/>
                <a:pathLst>
                  <a:path w="1396269" h="513492" extrusionOk="0">
                    <a:moveTo>
                      <a:pt x="1334738" y="0"/>
                    </a:moveTo>
                    <a:cubicBezTo>
                      <a:pt x="1368721" y="0"/>
                      <a:pt x="1396270" y="27548"/>
                      <a:pt x="1396270" y="61531"/>
                    </a:cubicBezTo>
                    <a:lnTo>
                      <a:pt x="1396270" y="451961"/>
                    </a:lnTo>
                    <a:cubicBezTo>
                      <a:pt x="1396270" y="485944"/>
                      <a:pt x="1368722" y="513493"/>
                      <a:pt x="1334738" y="513493"/>
                    </a:cubicBezTo>
                    <a:lnTo>
                      <a:pt x="61532" y="513493"/>
                    </a:lnTo>
                    <a:cubicBezTo>
                      <a:pt x="27549" y="513493"/>
                      <a:pt x="0" y="485944"/>
                      <a:pt x="0" y="451961"/>
                    </a:cubicBezTo>
                    <a:lnTo>
                      <a:pt x="0" y="61531"/>
                    </a:lnTo>
                    <a:cubicBezTo>
                      <a:pt x="0" y="27549"/>
                      <a:pt x="27548" y="0"/>
                      <a:pt x="615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28"/>
              <p:cNvSpPr/>
              <p:nvPr/>
            </p:nvSpPr>
            <p:spPr>
              <a:xfrm>
                <a:off x="6661108" y="3712144"/>
                <a:ext cx="69522" cy="69522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8" name="Google Shape;788;p28"/>
              <p:cNvGrpSpPr/>
              <p:nvPr/>
            </p:nvGrpSpPr>
            <p:grpSpPr>
              <a:xfrm>
                <a:off x="6805960" y="3712311"/>
                <a:ext cx="391811" cy="69592"/>
                <a:chOff x="6322885" y="5875210"/>
                <a:chExt cx="434911" cy="77247"/>
              </a:xfrm>
            </p:grpSpPr>
            <p:sp>
              <p:nvSpPr>
                <p:cNvPr id="789" name="Google Shape;789;p28"/>
                <p:cNvSpPr/>
                <p:nvPr/>
              </p:nvSpPr>
              <p:spPr>
                <a:xfrm>
                  <a:off x="632288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28"/>
                <p:cNvSpPr/>
                <p:nvPr/>
              </p:nvSpPr>
              <p:spPr>
                <a:xfrm>
                  <a:off x="641232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28"/>
                <p:cNvSpPr/>
                <p:nvPr/>
              </p:nvSpPr>
              <p:spPr>
                <a:xfrm>
                  <a:off x="650176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8"/>
                <p:cNvSpPr/>
                <p:nvPr/>
              </p:nvSpPr>
              <p:spPr>
                <a:xfrm>
                  <a:off x="659110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8"/>
                <p:cNvSpPr/>
                <p:nvPr/>
              </p:nvSpPr>
              <p:spPr>
                <a:xfrm>
                  <a:off x="668054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94" name="Google Shape;794;p28"/>
              <p:cNvGrpSpPr/>
              <p:nvPr/>
            </p:nvGrpSpPr>
            <p:grpSpPr>
              <a:xfrm>
                <a:off x="7285642" y="3712311"/>
                <a:ext cx="391897" cy="69592"/>
                <a:chOff x="6855333" y="5875210"/>
                <a:chExt cx="435006" cy="77247"/>
              </a:xfrm>
            </p:grpSpPr>
            <p:sp>
              <p:nvSpPr>
                <p:cNvPr id="795" name="Google Shape;795;p28"/>
                <p:cNvSpPr/>
                <p:nvPr/>
              </p:nvSpPr>
              <p:spPr>
                <a:xfrm>
                  <a:off x="6855333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8"/>
                <p:cNvSpPr/>
                <p:nvPr/>
              </p:nvSpPr>
              <p:spPr>
                <a:xfrm>
                  <a:off x="694477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8"/>
                <p:cNvSpPr/>
                <p:nvPr/>
              </p:nvSpPr>
              <p:spPr>
                <a:xfrm>
                  <a:off x="703421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8"/>
                <p:cNvSpPr/>
                <p:nvPr/>
              </p:nvSpPr>
              <p:spPr>
                <a:xfrm>
                  <a:off x="712365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28"/>
                <p:cNvSpPr/>
                <p:nvPr/>
              </p:nvSpPr>
              <p:spPr>
                <a:xfrm>
                  <a:off x="721309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0" name="Google Shape;800;p28"/>
              <p:cNvGrpSpPr/>
              <p:nvPr/>
            </p:nvGrpSpPr>
            <p:grpSpPr>
              <a:xfrm>
                <a:off x="6577103" y="3819746"/>
                <a:ext cx="1198690" cy="70794"/>
                <a:chOff x="6068853" y="5994463"/>
                <a:chExt cx="1330547" cy="78581"/>
              </a:xfrm>
            </p:grpSpPr>
            <p:sp>
              <p:nvSpPr>
                <p:cNvPr id="801" name="Google Shape;801;p28"/>
                <p:cNvSpPr/>
                <p:nvPr/>
              </p:nvSpPr>
              <p:spPr>
                <a:xfrm>
                  <a:off x="6068853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8"/>
                <p:cNvSpPr/>
                <p:nvPr/>
              </p:nvSpPr>
              <p:spPr>
                <a:xfrm>
                  <a:off x="617315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8"/>
                <p:cNvSpPr/>
                <p:nvPr/>
              </p:nvSpPr>
              <p:spPr>
                <a:xfrm>
                  <a:off x="6277451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8"/>
                <p:cNvSpPr/>
                <p:nvPr/>
              </p:nvSpPr>
              <p:spPr>
                <a:xfrm>
                  <a:off x="638184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8"/>
                <p:cNvSpPr/>
                <p:nvPr/>
              </p:nvSpPr>
              <p:spPr>
                <a:xfrm>
                  <a:off x="648614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28"/>
                <p:cNvSpPr/>
                <p:nvPr/>
              </p:nvSpPr>
              <p:spPr>
                <a:xfrm>
                  <a:off x="659044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28"/>
                <p:cNvSpPr/>
                <p:nvPr/>
              </p:nvSpPr>
              <p:spPr>
                <a:xfrm>
                  <a:off x="669483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8"/>
                <p:cNvSpPr/>
                <p:nvPr/>
              </p:nvSpPr>
              <p:spPr>
                <a:xfrm>
                  <a:off x="679913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8"/>
                <p:cNvSpPr/>
                <p:nvPr/>
              </p:nvSpPr>
              <p:spPr>
                <a:xfrm>
                  <a:off x="690343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8"/>
                <p:cNvSpPr/>
                <p:nvPr/>
              </p:nvSpPr>
              <p:spPr>
                <a:xfrm>
                  <a:off x="7007828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28"/>
                <p:cNvSpPr/>
                <p:nvPr/>
              </p:nvSpPr>
              <p:spPr>
                <a:xfrm>
                  <a:off x="711212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8"/>
                <p:cNvSpPr/>
                <p:nvPr/>
              </p:nvSpPr>
              <p:spPr>
                <a:xfrm>
                  <a:off x="721642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28"/>
                <p:cNvSpPr/>
                <p:nvPr/>
              </p:nvSpPr>
              <p:spPr>
                <a:xfrm>
                  <a:off x="7320819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4" name="Google Shape;814;p28"/>
              <p:cNvGrpSpPr/>
              <p:nvPr/>
            </p:nvGrpSpPr>
            <p:grpSpPr>
              <a:xfrm>
                <a:off x="6577103" y="3995572"/>
                <a:ext cx="1198690" cy="70794"/>
                <a:chOff x="6068853" y="6189630"/>
                <a:chExt cx="1330547" cy="78581"/>
              </a:xfrm>
            </p:grpSpPr>
            <p:sp>
              <p:nvSpPr>
                <p:cNvPr id="815" name="Google Shape;815;p28"/>
                <p:cNvSpPr/>
                <p:nvPr/>
              </p:nvSpPr>
              <p:spPr>
                <a:xfrm>
                  <a:off x="6068853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8"/>
                <p:cNvSpPr/>
                <p:nvPr/>
              </p:nvSpPr>
              <p:spPr>
                <a:xfrm>
                  <a:off x="6173152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8"/>
                <p:cNvSpPr/>
                <p:nvPr/>
              </p:nvSpPr>
              <p:spPr>
                <a:xfrm>
                  <a:off x="6277451" y="6189630"/>
                  <a:ext cx="4973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300" h="78581" extrusionOk="0">
                      <a:moveTo>
                        <a:pt x="0" y="0"/>
                      </a:moveTo>
                      <a:lnTo>
                        <a:pt x="497300" y="0"/>
                      </a:lnTo>
                      <a:lnTo>
                        <a:pt x="497300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8"/>
                <p:cNvSpPr/>
                <p:nvPr/>
              </p:nvSpPr>
              <p:spPr>
                <a:xfrm>
                  <a:off x="679913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8"/>
                <p:cNvSpPr/>
                <p:nvPr/>
              </p:nvSpPr>
              <p:spPr>
                <a:xfrm>
                  <a:off x="6903434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8"/>
                <p:cNvSpPr/>
                <p:nvPr/>
              </p:nvSpPr>
              <p:spPr>
                <a:xfrm>
                  <a:off x="7007828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28"/>
                <p:cNvSpPr/>
                <p:nvPr/>
              </p:nvSpPr>
              <p:spPr>
                <a:xfrm>
                  <a:off x="7112126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28"/>
                <p:cNvSpPr/>
                <p:nvPr/>
              </p:nvSpPr>
              <p:spPr>
                <a:xfrm>
                  <a:off x="721642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8"/>
                <p:cNvSpPr/>
                <p:nvPr/>
              </p:nvSpPr>
              <p:spPr>
                <a:xfrm>
                  <a:off x="7320819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4" name="Google Shape;824;p28"/>
              <p:cNvGrpSpPr/>
              <p:nvPr/>
            </p:nvGrpSpPr>
            <p:grpSpPr>
              <a:xfrm>
                <a:off x="6622239" y="3908904"/>
                <a:ext cx="1104727" cy="70794"/>
                <a:chOff x="6118955" y="6093428"/>
                <a:chExt cx="1226248" cy="78581"/>
              </a:xfrm>
            </p:grpSpPr>
            <p:sp>
              <p:nvSpPr>
                <p:cNvPr id="825" name="Google Shape;825;p28"/>
                <p:cNvSpPr/>
                <p:nvPr/>
              </p:nvSpPr>
              <p:spPr>
                <a:xfrm>
                  <a:off x="611895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8"/>
                <p:cNvSpPr/>
                <p:nvPr/>
              </p:nvSpPr>
              <p:spPr>
                <a:xfrm>
                  <a:off x="6223254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8"/>
                <p:cNvSpPr/>
                <p:nvPr/>
              </p:nvSpPr>
              <p:spPr>
                <a:xfrm>
                  <a:off x="632764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28"/>
                <p:cNvSpPr/>
                <p:nvPr/>
              </p:nvSpPr>
              <p:spPr>
                <a:xfrm>
                  <a:off x="6431946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28"/>
                <p:cNvSpPr/>
                <p:nvPr/>
              </p:nvSpPr>
              <p:spPr>
                <a:xfrm>
                  <a:off x="653624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28"/>
                <p:cNvSpPr/>
                <p:nvPr/>
              </p:nvSpPr>
              <p:spPr>
                <a:xfrm>
                  <a:off x="664063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" name="Google Shape;831;p28"/>
                <p:cNvSpPr/>
                <p:nvPr/>
              </p:nvSpPr>
              <p:spPr>
                <a:xfrm>
                  <a:off x="674493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28"/>
                <p:cNvSpPr/>
                <p:nvPr/>
              </p:nvSpPr>
              <p:spPr>
                <a:xfrm>
                  <a:off x="6849237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28"/>
                <p:cNvSpPr/>
                <p:nvPr/>
              </p:nvSpPr>
              <p:spPr>
                <a:xfrm>
                  <a:off x="6953631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28"/>
                <p:cNvSpPr/>
                <p:nvPr/>
              </p:nvSpPr>
              <p:spPr>
                <a:xfrm>
                  <a:off x="705792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28"/>
                <p:cNvSpPr/>
                <p:nvPr/>
              </p:nvSpPr>
              <p:spPr>
                <a:xfrm>
                  <a:off x="716222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28"/>
                <p:cNvSpPr/>
                <p:nvPr/>
              </p:nvSpPr>
              <p:spPr>
                <a:xfrm>
                  <a:off x="7266622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7" name="Google Shape;837;p28"/>
              <p:cNvSpPr/>
              <p:nvPr/>
            </p:nvSpPr>
            <p:spPr>
              <a:xfrm>
                <a:off x="7740658" y="3711543"/>
                <a:ext cx="33604" cy="33604"/>
              </a:xfrm>
              <a:custGeom>
                <a:avLst/>
                <a:gdLst/>
                <a:ahLst/>
                <a:cxnLst/>
                <a:rect l="l" t="t" r="r" b="b"/>
                <a:pathLst>
                  <a:path w="37338" h="37338" extrusionOk="0">
                    <a:moveTo>
                      <a:pt x="37338" y="18669"/>
                    </a:moveTo>
                    <a:cubicBezTo>
                      <a:pt x="37338" y="28980"/>
                      <a:pt x="28980" y="37338"/>
                      <a:pt x="18669" y="37338"/>
                    </a:cubicBezTo>
                    <a:cubicBezTo>
                      <a:pt x="8358" y="37338"/>
                      <a:pt x="0" y="28980"/>
                      <a:pt x="0" y="18669"/>
                    </a:cubicBezTo>
                    <a:cubicBezTo>
                      <a:pt x="0" y="8359"/>
                      <a:pt x="8358" y="0"/>
                      <a:pt x="18669" y="0"/>
                    </a:cubicBezTo>
                    <a:cubicBezTo>
                      <a:pt x="28979" y="0"/>
                      <a:pt x="37338" y="8358"/>
                      <a:pt x="37338" y="186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8" name="Google Shape;838;p28"/>
            <p:cNvGrpSpPr/>
            <p:nvPr/>
          </p:nvGrpSpPr>
          <p:grpSpPr>
            <a:xfrm>
              <a:off x="6367914" y="2012818"/>
              <a:ext cx="1448168" cy="1250722"/>
              <a:chOff x="6497466" y="2113795"/>
              <a:chExt cx="1186439" cy="1024678"/>
            </a:xfrm>
          </p:grpSpPr>
          <p:sp>
            <p:nvSpPr>
              <p:cNvPr id="839" name="Google Shape;839;p28"/>
              <p:cNvSpPr/>
              <p:nvPr/>
            </p:nvSpPr>
            <p:spPr>
              <a:xfrm>
                <a:off x="6497466" y="2113795"/>
                <a:ext cx="1186433" cy="1024678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1915286" extrusionOk="0">
                    <a:moveTo>
                      <a:pt x="1266444" y="0"/>
                    </a:moveTo>
                    <a:cubicBezTo>
                      <a:pt x="1295061" y="0"/>
                      <a:pt x="1318260" y="23199"/>
                      <a:pt x="1318260" y="51816"/>
                    </a:cubicBezTo>
                    <a:lnTo>
                      <a:pt x="1318260" y="1863471"/>
                    </a:lnTo>
                    <a:cubicBezTo>
                      <a:pt x="1318260" y="1892089"/>
                      <a:pt x="1295061" y="1915287"/>
                      <a:pt x="1266444" y="1915287"/>
                    </a:cubicBezTo>
                    <a:lnTo>
                      <a:pt x="51816" y="1915287"/>
                    </a:lnTo>
                    <a:cubicBezTo>
                      <a:pt x="23198" y="1915287"/>
                      <a:pt x="0" y="1892089"/>
                      <a:pt x="0" y="1863471"/>
                    </a:cubicBezTo>
                    <a:lnTo>
                      <a:pt x="0" y="51816"/>
                    </a:lnTo>
                    <a:cubicBezTo>
                      <a:pt x="0" y="23199"/>
                      <a:pt x="23198" y="0"/>
                      <a:pt x="518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28"/>
              <p:cNvSpPr/>
              <p:nvPr/>
            </p:nvSpPr>
            <p:spPr>
              <a:xfrm>
                <a:off x="6497472" y="2113798"/>
                <a:ext cx="1186433" cy="84696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94107" extrusionOk="0">
                    <a:moveTo>
                      <a:pt x="1318260" y="51816"/>
                    </a:moveTo>
                    <a:lnTo>
                      <a:pt x="1318260" y="94107"/>
                    </a:lnTo>
                    <a:lnTo>
                      <a:pt x="0" y="94107"/>
                    </a:lnTo>
                    <a:lnTo>
                      <a:pt x="0" y="51816"/>
                    </a:lnTo>
                    <a:cubicBezTo>
                      <a:pt x="0" y="23241"/>
                      <a:pt x="23241" y="0"/>
                      <a:pt x="51816" y="0"/>
                    </a:cubicBezTo>
                    <a:lnTo>
                      <a:pt x="1266444" y="0"/>
                    </a:lnTo>
                    <a:cubicBezTo>
                      <a:pt x="1295019" y="0"/>
                      <a:pt x="1318260" y="23241"/>
                      <a:pt x="1318260" y="5181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1" name="Google Shape;841;p28"/>
              <p:cNvGrpSpPr/>
              <p:nvPr/>
            </p:nvGrpSpPr>
            <p:grpSpPr>
              <a:xfrm>
                <a:off x="7512268" y="2145579"/>
                <a:ext cx="126741" cy="28145"/>
                <a:chOff x="7106888" y="4136136"/>
                <a:chExt cx="140683" cy="31241"/>
              </a:xfrm>
            </p:grpSpPr>
            <p:sp>
              <p:nvSpPr>
                <p:cNvPr id="842" name="Google Shape;842;p28"/>
                <p:cNvSpPr/>
                <p:nvPr/>
              </p:nvSpPr>
              <p:spPr>
                <a:xfrm>
                  <a:off x="7216330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28"/>
                <p:cNvSpPr/>
                <p:nvPr/>
              </p:nvSpPr>
              <p:spPr>
                <a:xfrm>
                  <a:off x="7161561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4" name="Google Shape;844;p28"/>
                <p:cNvSpPr/>
                <p:nvPr/>
              </p:nvSpPr>
              <p:spPr>
                <a:xfrm>
                  <a:off x="7106888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3" y="31242"/>
                        <a:pt x="-1" y="24248"/>
                        <a:pt x="-1" y="15621"/>
                      </a:cubicBezTo>
                      <a:cubicBezTo>
                        <a:pt x="-1" y="6994"/>
                        <a:pt x="6993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45" name="Google Shape;845;p28"/>
              <p:cNvSpPr/>
              <p:nvPr/>
            </p:nvSpPr>
            <p:spPr>
              <a:xfrm>
                <a:off x="6515578" y="2215995"/>
                <a:ext cx="1150258" cy="460514"/>
              </a:xfrm>
              <a:custGeom>
                <a:avLst/>
                <a:gdLst/>
                <a:ahLst/>
                <a:cxnLst/>
                <a:rect l="l" t="t" r="r" b="b"/>
                <a:pathLst>
                  <a:path w="1278064" h="511682" extrusionOk="0">
                    <a:moveTo>
                      <a:pt x="0" y="0"/>
                    </a:moveTo>
                    <a:lnTo>
                      <a:pt x="1278064" y="0"/>
                    </a:lnTo>
                    <a:lnTo>
                      <a:pt x="1278064" y="511683"/>
                    </a:lnTo>
                    <a:lnTo>
                      <a:pt x="0" y="5116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28"/>
              <p:cNvSpPr/>
              <p:nvPr/>
            </p:nvSpPr>
            <p:spPr>
              <a:xfrm>
                <a:off x="6548699" y="2724580"/>
                <a:ext cx="316840" cy="275091"/>
              </a:xfrm>
              <a:custGeom>
                <a:avLst/>
                <a:gdLst/>
                <a:ahLst/>
                <a:cxnLst/>
                <a:rect l="l" t="t" r="r" b="b"/>
                <a:pathLst>
                  <a:path w="352044" h="305657" extrusionOk="0">
                    <a:moveTo>
                      <a:pt x="0" y="0"/>
                    </a:moveTo>
                    <a:lnTo>
                      <a:pt x="352044" y="0"/>
                    </a:lnTo>
                    <a:lnTo>
                      <a:pt x="352044" y="305657"/>
                    </a:lnTo>
                    <a:lnTo>
                      <a:pt x="0" y="3056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28"/>
              <p:cNvSpPr/>
              <p:nvPr/>
            </p:nvSpPr>
            <p:spPr>
              <a:xfrm>
                <a:off x="6896308" y="2724580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28"/>
              <p:cNvSpPr/>
              <p:nvPr/>
            </p:nvSpPr>
            <p:spPr>
              <a:xfrm>
                <a:off x="6896308" y="2775721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28"/>
              <p:cNvSpPr/>
              <p:nvPr/>
            </p:nvSpPr>
            <p:spPr>
              <a:xfrm>
                <a:off x="6896308" y="2826777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28"/>
              <p:cNvSpPr/>
              <p:nvPr/>
            </p:nvSpPr>
            <p:spPr>
              <a:xfrm>
                <a:off x="6896308" y="2877919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1" name="Google Shape;851;p28"/>
              <p:cNvGrpSpPr/>
              <p:nvPr/>
            </p:nvGrpSpPr>
            <p:grpSpPr>
              <a:xfrm>
                <a:off x="7422424" y="2953744"/>
                <a:ext cx="216586" cy="46337"/>
                <a:chOff x="7007161" y="5033200"/>
                <a:chExt cx="240411" cy="51434"/>
              </a:xfrm>
            </p:grpSpPr>
            <p:sp>
              <p:nvSpPr>
                <p:cNvPr id="852" name="Google Shape;852;p28"/>
                <p:cNvSpPr/>
                <p:nvPr/>
              </p:nvSpPr>
              <p:spPr>
                <a:xfrm>
                  <a:off x="7007161" y="5033200"/>
                  <a:ext cx="240411" cy="51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411" h="51434" extrusionOk="0">
                      <a:moveTo>
                        <a:pt x="214694" y="51435"/>
                      </a:moveTo>
                      <a:lnTo>
                        <a:pt x="25718" y="51435"/>
                      </a:lnTo>
                      <a:cubicBezTo>
                        <a:pt x="11525" y="51435"/>
                        <a:pt x="0" y="39814"/>
                        <a:pt x="0" y="25717"/>
                      </a:cubicBezTo>
                      <a:lnTo>
                        <a:pt x="0" y="25717"/>
                      </a:lnTo>
                      <a:cubicBezTo>
                        <a:pt x="0" y="11525"/>
                        <a:pt x="11621" y="0"/>
                        <a:pt x="25718" y="0"/>
                      </a:cubicBezTo>
                      <a:lnTo>
                        <a:pt x="214694" y="0"/>
                      </a:lnTo>
                      <a:cubicBezTo>
                        <a:pt x="228886" y="0"/>
                        <a:pt x="240411" y="11621"/>
                        <a:pt x="240411" y="25717"/>
                      </a:cubicBezTo>
                      <a:lnTo>
                        <a:pt x="240411" y="25717"/>
                      </a:lnTo>
                      <a:cubicBezTo>
                        <a:pt x="240411" y="39909"/>
                        <a:pt x="228791" y="51435"/>
                        <a:pt x="214694" y="5143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28"/>
                <p:cNvSpPr/>
                <p:nvPr/>
              </p:nvSpPr>
              <p:spPr>
                <a:xfrm>
                  <a:off x="7073264" y="5047202"/>
                  <a:ext cx="108204" cy="23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04" h="23240" extrusionOk="0">
                      <a:moveTo>
                        <a:pt x="96584" y="23241"/>
                      </a:moveTo>
                      <a:lnTo>
                        <a:pt x="11621" y="23241"/>
                      </a:lnTo>
                      <a:cubicBezTo>
                        <a:pt x="5239" y="23241"/>
                        <a:pt x="0" y="18002"/>
                        <a:pt x="0" y="11620"/>
                      </a:cubicBezTo>
                      <a:lnTo>
                        <a:pt x="0" y="11620"/>
                      </a:lnTo>
                      <a:cubicBezTo>
                        <a:pt x="0" y="5239"/>
                        <a:pt x="5239" y="0"/>
                        <a:pt x="11621" y="0"/>
                      </a:cubicBezTo>
                      <a:lnTo>
                        <a:pt x="96584" y="0"/>
                      </a:lnTo>
                      <a:cubicBezTo>
                        <a:pt x="102965" y="0"/>
                        <a:pt x="108204" y="5239"/>
                        <a:pt x="108204" y="11620"/>
                      </a:cubicBezTo>
                      <a:lnTo>
                        <a:pt x="108204" y="11620"/>
                      </a:lnTo>
                      <a:cubicBezTo>
                        <a:pt x="108204" y="18002"/>
                        <a:pt x="102965" y="23241"/>
                        <a:pt x="96584" y="2324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4" name="Google Shape;854;p28"/>
              <p:cNvGrpSpPr/>
              <p:nvPr/>
            </p:nvGrpSpPr>
            <p:grpSpPr>
              <a:xfrm>
                <a:off x="6548871" y="2408331"/>
                <a:ext cx="1090139" cy="89414"/>
                <a:chOff x="6037516" y="4427791"/>
                <a:chExt cx="1210056" cy="99250"/>
              </a:xfrm>
            </p:grpSpPr>
            <p:sp>
              <p:nvSpPr>
                <p:cNvPr id="855" name="Google Shape;855;p28"/>
                <p:cNvSpPr/>
                <p:nvPr/>
              </p:nvSpPr>
              <p:spPr>
                <a:xfrm>
                  <a:off x="6037516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49625"/>
                      </a:moveTo>
                      <a:lnTo>
                        <a:pt x="49625" y="99251"/>
                      </a:lnTo>
                      <a:lnTo>
                        <a:pt x="49625" y="0"/>
                      </a:lnTo>
                      <a:lnTo>
                        <a:pt x="0" y="4962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28"/>
                <p:cNvSpPr/>
                <p:nvPr/>
              </p:nvSpPr>
              <p:spPr>
                <a:xfrm>
                  <a:off x="7197947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0"/>
                      </a:moveTo>
                      <a:lnTo>
                        <a:pt x="0" y="99251"/>
                      </a:lnTo>
                      <a:lnTo>
                        <a:pt x="49625" y="49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7" name="Google Shape;857;p28"/>
              <p:cNvGrpSpPr/>
              <p:nvPr/>
            </p:nvGrpSpPr>
            <p:grpSpPr>
              <a:xfrm>
                <a:off x="7012935" y="2651519"/>
                <a:ext cx="157033" cy="16304"/>
                <a:chOff x="6552628" y="4697730"/>
                <a:chExt cx="174307" cy="18097"/>
              </a:xfrm>
            </p:grpSpPr>
            <p:sp>
              <p:nvSpPr>
                <p:cNvPr id="858" name="Google Shape;858;p28"/>
                <p:cNvSpPr/>
                <p:nvPr/>
              </p:nvSpPr>
              <p:spPr>
                <a:xfrm>
                  <a:off x="655262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8" y="4000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28"/>
                <p:cNvSpPr/>
                <p:nvPr/>
              </p:nvSpPr>
              <p:spPr>
                <a:xfrm>
                  <a:off x="65916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28"/>
                <p:cNvSpPr/>
                <p:nvPr/>
              </p:nvSpPr>
              <p:spPr>
                <a:xfrm>
                  <a:off x="6630733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861;p28"/>
                <p:cNvSpPr/>
                <p:nvPr/>
              </p:nvSpPr>
              <p:spPr>
                <a:xfrm>
                  <a:off x="66698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28"/>
                <p:cNvSpPr/>
                <p:nvPr/>
              </p:nvSpPr>
              <p:spPr>
                <a:xfrm>
                  <a:off x="670883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8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8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63" name="Google Shape;863;p28"/>
              <p:cNvSpPr/>
              <p:nvPr/>
            </p:nvSpPr>
            <p:spPr>
              <a:xfrm>
                <a:off x="6548699" y="3046960"/>
                <a:ext cx="1089050" cy="8572"/>
              </a:xfrm>
              <a:custGeom>
                <a:avLst/>
                <a:gdLst/>
                <a:ahLst/>
                <a:cxnLst/>
                <a:rect l="l" t="t" r="r" b="b"/>
                <a:pathLst>
                  <a:path w="1210055" h="9525" extrusionOk="0">
                    <a:moveTo>
                      <a:pt x="0" y="0"/>
                    </a:moveTo>
                    <a:lnTo>
                      <a:pt x="1210056" y="0"/>
                    </a:lnTo>
                  </a:path>
                </a:pathLst>
              </a:custGeom>
              <a:noFill/>
              <a:ln w="17525" cap="flat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4" name="Google Shape;864;p28"/>
              <p:cNvGrpSpPr/>
              <p:nvPr/>
            </p:nvGrpSpPr>
            <p:grpSpPr>
              <a:xfrm>
                <a:off x="6505708" y="2659414"/>
                <a:ext cx="413779" cy="413778"/>
                <a:chOff x="5989605" y="4706493"/>
                <a:chExt cx="459295" cy="459294"/>
              </a:xfrm>
            </p:grpSpPr>
            <p:grpSp>
              <p:nvGrpSpPr>
                <p:cNvPr id="865" name="Google Shape;865;p28"/>
                <p:cNvGrpSpPr/>
                <p:nvPr/>
              </p:nvGrpSpPr>
              <p:grpSpPr>
                <a:xfrm>
                  <a:off x="6001893" y="4718780"/>
                  <a:ext cx="444150" cy="444151"/>
                  <a:chOff x="6001893" y="4718780"/>
                  <a:chExt cx="444150" cy="444151"/>
                </a:xfrm>
              </p:grpSpPr>
              <p:sp>
                <p:nvSpPr>
                  <p:cNvPr id="866" name="Google Shape;866;p28"/>
                  <p:cNvSpPr/>
                  <p:nvPr/>
                </p:nvSpPr>
                <p:spPr>
                  <a:xfrm>
                    <a:off x="6017418" y="5153406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388048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" name="Google Shape;867;p28"/>
                  <p:cNvSpPr/>
                  <p:nvPr/>
                </p:nvSpPr>
                <p:spPr>
                  <a:xfrm>
                    <a:off x="6001893" y="4734306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388049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" name="Google Shape;868;p28"/>
                  <p:cNvSpPr/>
                  <p:nvPr/>
                </p:nvSpPr>
                <p:spPr>
                  <a:xfrm>
                    <a:off x="6032944" y="4718780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0" y="0"/>
                        </a:moveTo>
                        <a:lnTo>
                          <a:pt x="388048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9" name="Google Shape;869;p28"/>
                  <p:cNvSpPr/>
                  <p:nvPr/>
                </p:nvSpPr>
                <p:spPr>
                  <a:xfrm>
                    <a:off x="6436518" y="4749831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0"/>
                        </a:moveTo>
                        <a:lnTo>
                          <a:pt x="0" y="388049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70" name="Google Shape;870;p28"/>
                <p:cNvGrpSpPr/>
                <p:nvPr/>
              </p:nvGrpSpPr>
              <p:grpSpPr>
                <a:xfrm>
                  <a:off x="5989605" y="4706493"/>
                  <a:ext cx="459295" cy="459294"/>
                  <a:chOff x="5989605" y="4706493"/>
                  <a:chExt cx="459295" cy="459294"/>
                </a:xfrm>
              </p:grpSpPr>
              <p:grpSp>
                <p:nvGrpSpPr>
                  <p:cNvPr id="871" name="Google Shape;871;p28"/>
                  <p:cNvGrpSpPr/>
                  <p:nvPr/>
                </p:nvGrpSpPr>
                <p:grpSpPr>
                  <a:xfrm>
                    <a:off x="5989605" y="4706493"/>
                    <a:ext cx="459295" cy="24669"/>
                    <a:chOff x="5989605" y="4706493"/>
                    <a:chExt cx="459295" cy="24669"/>
                  </a:xfrm>
                </p:grpSpPr>
                <p:sp>
                  <p:nvSpPr>
                    <p:cNvPr id="872" name="Google Shape;872;p28"/>
                    <p:cNvSpPr/>
                    <p:nvPr/>
                  </p:nvSpPr>
                  <p:spPr>
                    <a:xfrm>
                      <a:off x="5989605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3" name="Google Shape;873;p28"/>
                    <p:cNvSpPr/>
                    <p:nvPr/>
                  </p:nvSpPr>
                  <p:spPr>
                    <a:xfrm>
                      <a:off x="620687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4" name="Google Shape;874;p28"/>
                    <p:cNvSpPr/>
                    <p:nvPr/>
                  </p:nvSpPr>
                  <p:spPr>
                    <a:xfrm>
                      <a:off x="642423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5" name="Google Shape;875;p28"/>
                  <p:cNvGrpSpPr/>
                  <p:nvPr/>
                </p:nvGrpSpPr>
                <p:grpSpPr>
                  <a:xfrm>
                    <a:off x="5989605" y="4923758"/>
                    <a:ext cx="459295" cy="24669"/>
                    <a:chOff x="5989605" y="4923758"/>
                    <a:chExt cx="459295" cy="24669"/>
                  </a:xfrm>
                </p:grpSpPr>
                <p:sp>
                  <p:nvSpPr>
                    <p:cNvPr id="876" name="Google Shape;876;p28"/>
                    <p:cNvSpPr/>
                    <p:nvPr/>
                  </p:nvSpPr>
                  <p:spPr>
                    <a:xfrm>
                      <a:off x="5989605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7" name="Google Shape;877;p28"/>
                    <p:cNvSpPr/>
                    <p:nvPr/>
                  </p:nvSpPr>
                  <p:spPr>
                    <a:xfrm>
                      <a:off x="6424231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8" name="Google Shape;878;p28"/>
                  <p:cNvGrpSpPr/>
                  <p:nvPr/>
                </p:nvGrpSpPr>
                <p:grpSpPr>
                  <a:xfrm>
                    <a:off x="5989605" y="5141118"/>
                    <a:ext cx="459295" cy="24669"/>
                    <a:chOff x="5989605" y="5141118"/>
                    <a:chExt cx="459295" cy="24669"/>
                  </a:xfrm>
                </p:grpSpPr>
                <p:sp>
                  <p:nvSpPr>
                    <p:cNvPr id="879" name="Google Shape;879;p28"/>
                    <p:cNvSpPr/>
                    <p:nvPr/>
                  </p:nvSpPr>
                  <p:spPr>
                    <a:xfrm>
                      <a:off x="5989605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0" name="Google Shape;880;p28"/>
                    <p:cNvSpPr/>
                    <p:nvPr/>
                  </p:nvSpPr>
                  <p:spPr>
                    <a:xfrm>
                      <a:off x="620687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1" name="Google Shape;881;p28"/>
                    <p:cNvSpPr/>
                    <p:nvPr/>
                  </p:nvSpPr>
                  <p:spPr>
                    <a:xfrm>
                      <a:off x="642423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882" name="Google Shape;882;p28"/>
            <p:cNvGrpSpPr/>
            <p:nvPr/>
          </p:nvGrpSpPr>
          <p:grpSpPr>
            <a:xfrm>
              <a:off x="5248799" y="1817418"/>
              <a:ext cx="479083" cy="595031"/>
              <a:chOff x="5580610" y="1953710"/>
              <a:chExt cx="392498" cy="487491"/>
            </a:xfrm>
          </p:grpSpPr>
          <p:grpSp>
            <p:nvGrpSpPr>
              <p:cNvPr id="883" name="Google Shape;883;p28"/>
              <p:cNvGrpSpPr/>
              <p:nvPr/>
            </p:nvGrpSpPr>
            <p:grpSpPr>
              <a:xfrm>
                <a:off x="5580610" y="1953710"/>
                <a:ext cx="392498" cy="487491"/>
                <a:chOff x="7385113" y="1535430"/>
                <a:chExt cx="435673" cy="541115"/>
              </a:xfrm>
            </p:grpSpPr>
            <p:sp>
              <p:nvSpPr>
                <p:cNvPr id="884" name="Google Shape;884;p28"/>
                <p:cNvSpPr/>
                <p:nvPr/>
              </p:nvSpPr>
              <p:spPr>
                <a:xfrm>
                  <a:off x="7385113" y="1535430"/>
                  <a:ext cx="435673" cy="541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73" h="541115" extrusionOk="0">
                      <a:moveTo>
                        <a:pt x="394621" y="0"/>
                      </a:moveTo>
                      <a:cubicBezTo>
                        <a:pt x="417294" y="0"/>
                        <a:pt x="435674" y="18380"/>
                        <a:pt x="435674" y="41053"/>
                      </a:cubicBezTo>
                      <a:lnTo>
                        <a:pt x="435674" y="500062"/>
                      </a:lnTo>
                      <a:cubicBezTo>
                        <a:pt x="435674" y="522735"/>
                        <a:pt x="417294" y="541115"/>
                        <a:pt x="394621" y="541115"/>
                      </a:cubicBezTo>
                      <a:lnTo>
                        <a:pt x="41053" y="541115"/>
                      </a:lnTo>
                      <a:cubicBezTo>
                        <a:pt x="18380" y="541115"/>
                        <a:pt x="0" y="522735"/>
                        <a:pt x="0" y="50006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5" name="Google Shape;885;p28"/>
                <p:cNvGrpSpPr/>
                <p:nvPr/>
              </p:nvGrpSpPr>
              <p:grpSpPr>
                <a:xfrm>
                  <a:off x="7612094" y="1566576"/>
                  <a:ext cx="164781" cy="41529"/>
                  <a:chOff x="7612094" y="1566576"/>
                  <a:chExt cx="164781" cy="41529"/>
                </a:xfrm>
              </p:grpSpPr>
              <p:sp>
                <p:nvSpPr>
                  <p:cNvPr id="886" name="Google Shape;886;p28"/>
                  <p:cNvSpPr/>
                  <p:nvPr/>
                </p:nvSpPr>
                <p:spPr>
                  <a:xfrm>
                    <a:off x="7735347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7" name="Google Shape;887;p28"/>
                  <p:cNvSpPr/>
                  <p:nvPr/>
                </p:nvSpPr>
                <p:spPr>
                  <a:xfrm>
                    <a:off x="7673721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4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8" name="Google Shape;888;p28"/>
                  <p:cNvSpPr/>
                  <p:nvPr/>
                </p:nvSpPr>
                <p:spPr>
                  <a:xfrm>
                    <a:off x="7612094" y="1566576"/>
                    <a:ext cx="41529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89" name="Google Shape;889;p28"/>
              <p:cNvGrpSpPr/>
              <p:nvPr/>
            </p:nvGrpSpPr>
            <p:grpSpPr>
              <a:xfrm>
                <a:off x="5612446" y="2047672"/>
                <a:ext cx="323505" cy="338352"/>
                <a:chOff x="7420451" y="1639728"/>
                <a:chExt cx="359091" cy="375571"/>
              </a:xfrm>
            </p:grpSpPr>
            <p:sp>
              <p:nvSpPr>
                <p:cNvPr id="890" name="Google Shape;890;p28"/>
                <p:cNvSpPr/>
                <p:nvPr/>
              </p:nvSpPr>
              <p:spPr>
                <a:xfrm>
                  <a:off x="7420451" y="1852041"/>
                  <a:ext cx="357473" cy="163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473" h="163258" extrusionOk="0">
                      <a:moveTo>
                        <a:pt x="40196" y="72962"/>
                      </a:moveTo>
                      <a:lnTo>
                        <a:pt x="0" y="72962"/>
                      </a:lnTo>
                      <a:lnTo>
                        <a:pt x="0" y="90297"/>
                      </a:lnTo>
                      <a:lnTo>
                        <a:pt x="40196" y="90297"/>
                      </a:lnTo>
                      <a:lnTo>
                        <a:pt x="40196" y="72962"/>
                      </a:lnTo>
                      <a:close/>
                      <a:moveTo>
                        <a:pt x="185166" y="126778"/>
                      </a:moveTo>
                      <a:lnTo>
                        <a:pt x="294894" y="126778"/>
                      </a:lnTo>
                      <a:lnTo>
                        <a:pt x="294894" y="109347"/>
                      </a:lnTo>
                      <a:lnTo>
                        <a:pt x="185166" y="109347"/>
                      </a:lnTo>
                      <a:lnTo>
                        <a:pt x="185166" y="126778"/>
                      </a:lnTo>
                      <a:close/>
                      <a:moveTo>
                        <a:pt x="294894" y="0"/>
                      </a:moveTo>
                      <a:lnTo>
                        <a:pt x="38291" y="0"/>
                      </a:lnTo>
                      <a:lnTo>
                        <a:pt x="38291" y="17335"/>
                      </a:lnTo>
                      <a:lnTo>
                        <a:pt x="294894" y="17335"/>
                      </a:lnTo>
                      <a:lnTo>
                        <a:pt x="294894" y="0"/>
                      </a:lnTo>
                      <a:close/>
                      <a:moveTo>
                        <a:pt x="0" y="163259"/>
                      </a:moveTo>
                      <a:lnTo>
                        <a:pt x="99632" y="163259"/>
                      </a:lnTo>
                      <a:lnTo>
                        <a:pt x="99632" y="145828"/>
                      </a:lnTo>
                      <a:lnTo>
                        <a:pt x="0" y="145828"/>
                      </a:lnTo>
                      <a:lnTo>
                        <a:pt x="0" y="163259"/>
                      </a:lnTo>
                      <a:close/>
                      <a:moveTo>
                        <a:pt x="76581" y="36481"/>
                      </a:moveTo>
                      <a:lnTo>
                        <a:pt x="0" y="36481"/>
                      </a:lnTo>
                      <a:lnTo>
                        <a:pt x="0" y="53816"/>
                      </a:lnTo>
                      <a:lnTo>
                        <a:pt x="76581" y="53816"/>
                      </a:lnTo>
                      <a:lnTo>
                        <a:pt x="76581" y="36481"/>
                      </a:lnTo>
                      <a:close/>
                      <a:moveTo>
                        <a:pt x="52483" y="90297"/>
                      </a:moveTo>
                      <a:lnTo>
                        <a:pt x="207836" y="90297"/>
                      </a:lnTo>
                      <a:lnTo>
                        <a:pt x="207836" y="72962"/>
                      </a:lnTo>
                      <a:lnTo>
                        <a:pt x="52483" y="72962"/>
                      </a:lnTo>
                      <a:lnTo>
                        <a:pt x="52483" y="90297"/>
                      </a:lnTo>
                      <a:close/>
                      <a:moveTo>
                        <a:pt x="164402" y="109347"/>
                      </a:moveTo>
                      <a:lnTo>
                        <a:pt x="0" y="109347"/>
                      </a:lnTo>
                      <a:lnTo>
                        <a:pt x="0" y="126778"/>
                      </a:lnTo>
                      <a:lnTo>
                        <a:pt x="164402" y="126778"/>
                      </a:lnTo>
                      <a:lnTo>
                        <a:pt x="164402" y="109347"/>
                      </a:lnTo>
                      <a:close/>
                      <a:moveTo>
                        <a:pt x="220218" y="90297"/>
                      </a:moveTo>
                      <a:lnTo>
                        <a:pt x="357378" y="90297"/>
                      </a:lnTo>
                      <a:lnTo>
                        <a:pt x="357378" y="72962"/>
                      </a:lnTo>
                      <a:lnTo>
                        <a:pt x="220218" y="72962"/>
                      </a:lnTo>
                      <a:lnTo>
                        <a:pt x="220218" y="90297"/>
                      </a:lnTo>
                      <a:close/>
                      <a:moveTo>
                        <a:pt x="97441" y="53816"/>
                      </a:moveTo>
                      <a:lnTo>
                        <a:pt x="357474" y="53816"/>
                      </a:lnTo>
                      <a:lnTo>
                        <a:pt x="357474" y="36481"/>
                      </a:lnTo>
                      <a:lnTo>
                        <a:pt x="97441" y="36481"/>
                      </a:lnTo>
                      <a:lnTo>
                        <a:pt x="97441" y="53816"/>
                      </a:lnTo>
                      <a:close/>
                      <a:moveTo>
                        <a:pt x="305371" y="0"/>
                      </a:moveTo>
                      <a:lnTo>
                        <a:pt x="305371" y="17335"/>
                      </a:lnTo>
                      <a:lnTo>
                        <a:pt x="357378" y="17335"/>
                      </a:lnTo>
                      <a:lnTo>
                        <a:pt x="357378" y="0"/>
                      </a:lnTo>
                      <a:lnTo>
                        <a:pt x="305371" y="0"/>
                      </a:lnTo>
                      <a:close/>
                      <a:moveTo>
                        <a:pt x="315659" y="126778"/>
                      </a:moveTo>
                      <a:lnTo>
                        <a:pt x="357378" y="126778"/>
                      </a:lnTo>
                      <a:lnTo>
                        <a:pt x="357378" y="109347"/>
                      </a:lnTo>
                      <a:lnTo>
                        <a:pt x="315659" y="109347"/>
                      </a:lnTo>
                      <a:lnTo>
                        <a:pt x="315659" y="126778"/>
                      </a:lnTo>
                      <a:close/>
                      <a:moveTo>
                        <a:pt x="120396" y="163259"/>
                      </a:moveTo>
                      <a:lnTo>
                        <a:pt x="222981" y="163259"/>
                      </a:lnTo>
                      <a:lnTo>
                        <a:pt x="222981" y="145828"/>
                      </a:lnTo>
                      <a:lnTo>
                        <a:pt x="120396" y="145828"/>
                      </a:lnTo>
                      <a:lnTo>
                        <a:pt x="120396" y="163259"/>
                      </a:lnTo>
                      <a:close/>
                      <a:moveTo>
                        <a:pt x="235363" y="163259"/>
                      </a:moveTo>
                      <a:lnTo>
                        <a:pt x="313563" y="163259"/>
                      </a:lnTo>
                      <a:lnTo>
                        <a:pt x="313563" y="145828"/>
                      </a:lnTo>
                      <a:lnTo>
                        <a:pt x="235363" y="145828"/>
                      </a:lnTo>
                      <a:lnTo>
                        <a:pt x="235363" y="16325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28"/>
                <p:cNvSpPr/>
                <p:nvPr/>
              </p:nvSpPr>
              <p:spPr>
                <a:xfrm>
                  <a:off x="7425594" y="1639728"/>
                  <a:ext cx="353948" cy="180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948" h="180117" extrusionOk="0">
                      <a:moveTo>
                        <a:pt x="0" y="0"/>
                      </a:moveTo>
                      <a:lnTo>
                        <a:pt x="353949" y="0"/>
                      </a:lnTo>
                      <a:lnTo>
                        <a:pt x="353949" y="180118"/>
                      </a:lnTo>
                      <a:lnTo>
                        <a:pt x="0" y="1801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92" name="Google Shape;892;p28"/>
            <p:cNvGrpSpPr/>
            <p:nvPr/>
          </p:nvGrpSpPr>
          <p:grpSpPr>
            <a:xfrm>
              <a:off x="7810967" y="2543174"/>
              <a:ext cx="1047787" cy="27232"/>
              <a:chOff x="7384446" y="3573113"/>
              <a:chExt cx="952880" cy="24765"/>
            </a:xfrm>
          </p:grpSpPr>
          <p:sp>
            <p:nvSpPr>
              <p:cNvPr id="893" name="Google Shape;893;p28"/>
              <p:cNvSpPr/>
              <p:nvPr/>
            </p:nvSpPr>
            <p:spPr>
              <a:xfrm>
                <a:off x="7396162" y="3585495"/>
                <a:ext cx="92935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9354" h="9525" extrusionOk="0">
                    <a:moveTo>
                      <a:pt x="929354" y="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28"/>
              <p:cNvSpPr/>
              <p:nvPr/>
            </p:nvSpPr>
            <p:spPr>
              <a:xfrm>
                <a:off x="8312562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19240" y="0"/>
                      <a:pt x="24765" y="5524"/>
                      <a:pt x="24765" y="12382"/>
                    </a:cubicBezTo>
                    <a:cubicBezTo>
                      <a:pt x="24765" y="19240"/>
                      <a:pt x="19240" y="24765"/>
                      <a:pt x="12382" y="24765"/>
                    </a:cubicBezTo>
                    <a:cubicBezTo>
                      <a:pt x="5524" y="24765"/>
                      <a:pt x="0" y="19240"/>
                      <a:pt x="0" y="12382"/>
                    </a:cubicBezTo>
                    <a:cubicBezTo>
                      <a:pt x="0" y="5524"/>
                      <a:pt x="5524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28"/>
              <p:cNvSpPr/>
              <p:nvPr/>
            </p:nvSpPr>
            <p:spPr>
              <a:xfrm>
                <a:off x="7384446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5524" y="0"/>
                      <a:pt x="0" y="5524"/>
                      <a:pt x="0" y="12382"/>
                    </a:cubicBezTo>
                    <a:cubicBezTo>
                      <a:pt x="0" y="19240"/>
                      <a:pt x="5524" y="24765"/>
                      <a:pt x="12382" y="24765"/>
                    </a:cubicBezTo>
                    <a:cubicBezTo>
                      <a:pt x="19240" y="24765"/>
                      <a:pt x="24765" y="19240"/>
                      <a:pt x="24765" y="12382"/>
                    </a:cubicBezTo>
                    <a:cubicBezTo>
                      <a:pt x="24765" y="5524"/>
                      <a:pt x="19240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6" name="Google Shape;896;p28"/>
            <p:cNvGrpSpPr/>
            <p:nvPr/>
          </p:nvGrpSpPr>
          <p:grpSpPr>
            <a:xfrm>
              <a:off x="8348540" y="2013384"/>
              <a:ext cx="657643" cy="856749"/>
              <a:chOff x="-2" y="3134666"/>
              <a:chExt cx="498554" cy="649495"/>
            </a:xfrm>
          </p:grpSpPr>
          <p:grpSp>
            <p:nvGrpSpPr>
              <p:cNvPr id="897" name="Google Shape;897;p28"/>
              <p:cNvGrpSpPr/>
              <p:nvPr/>
            </p:nvGrpSpPr>
            <p:grpSpPr>
              <a:xfrm>
                <a:off x="-2" y="3134666"/>
                <a:ext cx="498554" cy="649495"/>
                <a:chOff x="895350" y="4265199"/>
                <a:chExt cx="598074" cy="779145"/>
              </a:xfrm>
            </p:grpSpPr>
            <p:sp>
              <p:nvSpPr>
                <p:cNvPr id="898" name="Google Shape;898;p28"/>
                <p:cNvSpPr/>
                <p:nvPr/>
              </p:nvSpPr>
              <p:spPr>
                <a:xfrm>
                  <a:off x="895350" y="4265199"/>
                  <a:ext cx="598074" cy="779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074" h="779145" extrusionOk="0">
                      <a:moveTo>
                        <a:pt x="557022" y="0"/>
                      </a:moveTo>
                      <a:cubicBezTo>
                        <a:pt x="579695" y="0"/>
                        <a:pt x="598075" y="18380"/>
                        <a:pt x="598075" y="41053"/>
                      </a:cubicBezTo>
                      <a:lnTo>
                        <a:pt x="598075" y="738092"/>
                      </a:lnTo>
                      <a:cubicBezTo>
                        <a:pt x="598075" y="760765"/>
                        <a:pt x="579695" y="779145"/>
                        <a:pt x="557022" y="779145"/>
                      </a:cubicBezTo>
                      <a:lnTo>
                        <a:pt x="41053" y="779145"/>
                      </a:lnTo>
                      <a:cubicBezTo>
                        <a:pt x="18380" y="779145"/>
                        <a:pt x="0" y="760765"/>
                        <a:pt x="0" y="73809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99" name="Google Shape;899;p28"/>
                <p:cNvGrpSpPr/>
                <p:nvPr/>
              </p:nvGrpSpPr>
              <p:grpSpPr>
                <a:xfrm>
                  <a:off x="1284732" y="4296441"/>
                  <a:ext cx="164876" cy="41528"/>
                  <a:chOff x="1284732" y="4296441"/>
                  <a:chExt cx="164876" cy="41528"/>
                </a:xfrm>
              </p:grpSpPr>
              <p:sp>
                <p:nvSpPr>
                  <p:cNvPr id="900" name="Google Shape;900;p28"/>
                  <p:cNvSpPr/>
                  <p:nvPr/>
                </p:nvSpPr>
                <p:spPr>
                  <a:xfrm>
                    <a:off x="1408080" y="4296441"/>
                    <a:ext cx="41528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4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1" name="Google Shape;901;p28"/>
                  <p:cNvSpPr/>
                  <p:nvPr/>
                </p:nvSpPr>
                <p:spPr>
                  <a:xfrm>
                    <a:off x="1346358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5" y="41529"/>
                          <a:pt x="20765" y="41529"/>
                        </a:cubicBezTo>
                        <a:cubicBezTo>
                          <a:pt x="9335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5" y="0"/>
                          <a:pt x="20765" y="0"/>
                        </a:cubicBezTo>
                        <a:cubicBezTo>
                          <a:pt x="32195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2" name="Google Shape;902;p28"/>
                  <p:cNvSpPr/>
                  <p:nvPr/>
                </p:nvSpPr>
                <p:spPr>
                  <a:xfrm>
                    <a:off x="1284732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5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5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03" name="Google Shape;903;p28"/>
              <p:cNvGrpSpPr/>
              <p:nvPr/>
            </p:nvGrpSpPr>
            <p:grpSpPr>
              <a:xfrm>
                <a:off x="59230" y="3269171"/>
                <a:ext cx="382391" cy="400019"/>
                <a:chOff x="966406" y="4426553"/>
                <a:chExt cx="458723" cy="479869"/>
              </a:xfrm>
            </p:grpSpPr>
            <p:sp>
              <p:nvSpPr>
                <p:cNvPr id="904" name="Google Shape;904;p28"/>
                <p:cNvSpPr/>
                <p:nvPr/>
              </p:nvSpPr>
              <p:spPr>
                <a:xfrm>
                  <a:off x="966406" y="4697825"/>
                  <a:ext cx="456723" cy="20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723" h="208597" extrusionOk="0">
                      <a:moveTo>
                        <a:pt x="51340" y="93250"/>
                      </a:moveTo>
                      <a:lnTo>
                        <a:pt x="0" y="93250"/>
                      </a:lnTo>
                      <a:lnTo>
                        <a:pt x="0" y="115443"/>
                      </a:lnTo>
                      <a:lnTo>
                        <a:pt x="51340" y="115443"/>
                      </a:lnTo>
                      <a:lnTo>
                        <a:pt x="51340" y="93250"/>
                      </a:lnTo>
                      <a:close/>
                      <a:moveTo>
                        <a:pt x="236601" y="162020"/>
                      </a:moveTo>
                      <a:lnTo>
                        <a:pt x="376904" y="162020"/>
                      </a:lnTo>
                      <a:lnTo>
                        <a:pt x="376904" y="139827"/>
                      </a:lnTo>
                      <a:lnTo>
                        <a:pt x="236601" y="139827"/>
                      </a:lnTo>
                      <a:lnTo>
                        <a:pt x="236601" y="162020"/>
                      </a:lnTo>
                      <a:close/>
                      <a:moveTo>
                        <a:pt x="376809" y="0"/>
                      </a:moveTo>
                      <a:lnTo>
                        <a:pt x="48863" y="0"/>
                      </a:lnTo>
                      <a:lnTo>
                        <a:pt x="48863" y="22193"/>
                      </a:lnTo>
                      <a:lnTo>
                        <a:pt x="376809" y="22193"/>
                      </a:lnTo>
                      <a:lnTo>
                        <a:pt x="376809" y="0"/>
                      </a:lnTo>
                      <a:close/>
                      <a:moveTo>
                        <a:pt x="0" y="208597"/>
                      </a:moveTo>
                      <a:lnTo>
                        <a:pt x="127349" y="208597"/>
                      </a:lnTo>
                      <a:lnTo>
                        <a:pt x="127349" y="186404"/>
                      </a:lnTo>
                      <a:lnTo>
                        <a:pt x="0" y="186404"/>
                      </a:lnTo>
                      <a:lnTo>
                        <a:pt x="0" y="208597"/>
                      </a:lnTo>
                      <a:close/>
                      <a:moveTo>
                        <a:pt x="97917" y="46577"/>
                      </a:moveTo>
                      <a:lnTo>
                        <a:pt x="0" y="46577"/>
                      </a:lnTo>
                      <a:lnTo>
                        <a:pt x="0" y="68771"/>
                      </a:lnTo>
                      <a:lnTo>
                        <a:pt x="97917" y="68771"/>
                      </a:lnTo>
                      <a:lnTo>
                        <a:pt x="97917" y="46577"/>
                      </a:lnTo>
                      <a:close/>
                      <a:moveTo>
                        <a:pt x="67056" y="115348"/>
                      </a:moveTo>
                      <a:lnTo>
                        <a:pt x="265557" y="115348"/>
                      </a:lnTo>
                      <a:lnTo>
                        <a:pt x="265557" y="93154"/>
                      </a:lnTo>
                      <a:lnTo>
                        <a:pt x="67056" y="93154"/>
                      </a:lnTo>
                      <a:lnTo>
                        <a:pt x="67056" y="115348"/>
                      </a:lnTo>
                      <a:close/>
                      <a:moveTo>
                        <a:pt x="210026" y="139732"/>
                      </a:moveTo>
                      <a:lnTo>
                        <a:pt x="0" y="139732"/>
                      </a:lnTo>
                      <a:lnTo>
                        <a:pt x="0" y="161925"/>
                      </a:lnTo>
                      <a:lnTo>
                        <a:pt x="210122" y="161925"/>
                      </a:lnTo>
                      <a:lnTo>
                        <a:pt x="210122" y="139732"/>
                      </a:lnTo>
                      <a:close/>
                      <a:moveTo>
                        <a:pt x="281369" y="115348"/>
                      </a:moveTo>
                      <a:lnTo>
                        <a:pt x="456724" y="115348"/>
                      </a:lnTo>
                      <a:lnTo>
                        <a:pt x="456724" y="93154"/>
                      </a:lnTo>
                      <a:lnTo>
                        <a:pt x="281369" y="93154"/>
                      </a:lnTo>
                      <a:lnTo>
                        <a:pt x="281369" y="115348"/>
                      </a:lnTo>
                      <a:close/>
                      <a:moveTo>
                        <a:pt x="124397" y="68771"/>
                      </a:moveTo>
                      <a:lnTo>
                        <a:pt x="456629" y="68771"/>
                      </a:lnTo>
                      <a:lnTo>
                        <a:pt x="456629" y="46577"/>
                      </a:lnTo>
                      <a:lnTo>
                        <a:pt x="124397" y="46577"/>
                      </a:lnTo>
                      <a:lnTo>
                        <a:pt x="124397" y="68771"/>
                      </a:lnTo>
                      <a:close/>
                      <a:moveTo>
                        <a:pt x="390144" y="0"/>
                      </a:moveTo>
                      <a:lnTo>
                        <a:pt x="390144" y="22193"/>
                      </a:lnTo>
                      <a:lnTo>
                        <a:pt x="456629" y="22193"/>
                      </a:lnTo>
                      <a:lnTo>
                        <a:pt x="456629" y="0"/>
                      </a:lnTo>
                      <a:lnTo>
                        <a:pt x="390144" y="0"/>
                      </a:lnTo>
                      <a:close/>
                      <a:moveTo>
                        <a:pt x="403289" y="162020"/>
                      </a:moveTo>
                      <a:lnTo>
                        <a:pt x="456629" y="162020"/>
                      </a:lnTo>
                      <a:lnTo>
                        <a:pt x="456629" y="139827"/>
                      </a:lnTo>
                      <a:lnTo>
                        <a:pt x="403289" y="139827"/>
                      </a:lnTo>
                      <a:lnTo>
                        <a:pt x="403289" y="162020"/>
                      </a:lnTo>
                      <a:close/>
                      <a:moveTo>
                        <a:pt x="153734" y="208597"/>
                      </a:moveTo>
                      <a:lnTo>
                        <a:pt x="284893" y="208597"/>
                      </a:lnTo>
                      <a:lnTo>
                        <a:pt x="284893" y="186404"/>
                      </a:lnTo>
                      <a:lnTo>
                        <a:pt x="153734" y="186404"/>
                      </a:lnTo>
                      <a:lnTo>
                        <a:pt x="153734" y="208597"/>
                      </a:lnTo>
                      <a:close/>
                      <a:moveTo>
                        <a:pt x="300704" y="208597"/>
                      </a:moveTo>
                      <a:lnTo>
                        <a:pt x="400622" y="208597"/>
                      </a:lnTo>
                      <a:lnTo>
                        <a:pt x="400622" y="186404"/>
                      </a:lnTo>
                      <a:lnTo>
                        <a:pt x="300704" y="186404"/>
                      </a:lnTo>
                      <a:lnTo>
                        <a:pt x="300704" y="20859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28"/>
                <p:cNvSpPr/>
                <p:nvPr/>
              </p:nvSpPr>
              <p:spPr>
                <a:xfrm>
                  <a:off x="972883" y="4426553"/>
                  <a:ext cx="452246" cy="230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230219" extrusionOk="0">
                      <a:moveTo>
                        <a:pt x="0" y="0"/>
                      </a:moveTo>
                      <a:lnTo>
                        <a:pt x="452247" y="0"/>
                      </a:lnTo>
                      <a:lnTo>
                        <a:pt x="452247" y="230219"/>
                      </a:lnTo>
                      <a:lnTo>
                        <a:pt x="0" y="23021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06" name="Google Shape;906;p28"/>
            <p:cNvGrpSpPr/>
            <p:nvPr/>
          </p:nvGrpSpPr>
          <p:grpSpPr>
            <a:xfrm>
              <a:off x="5165167" y="2950875"/>
              <a:ext cx="645598" cy="1166771"/>
              <a:chOff x="5165167" y="2950875"/>
              <a:chExt cx="645598" cy="1166771"/>
            </a:xfrm>
          </p:grpSpPr>
          <p:grpSp>
            <p:nvGrpSpPr>
              <p:cNvPr id="907" name="Google Shape;907;p28"/>
              <p:cNvGrpSpPr/>
              <p:nvPr/>
            </p:nvGrpSpPr>
            <p:grpSpPr>
              <a:xfrm>
                <a:off x="5165167" y="2950875"/>
                <a:ext cx="645598" cy="1166771"/>
                <a:chOff x="1024660" y="3708890"/>
                <a:chExt cx="489423" cy="884520"/>
              </a:xfrm>
            </p:grpSpPr>
            <p:grpSp>
              <p:nvGrpSpPr>
                <p:cNvPr id="908" name="Google Shape;908;p28"/>
                <p:cNvGrpSpPr/>
                <p:nvPr/>
              </p:nvGrpSpPr>
              <p:grpSpPr>
                <a:xfrm>
                  <a:off x="1024660" y="3708890"/>
                  <a:ext cx="489423" cy="884520"/>
                  <a:chOff x="2124551" y="4954047"/>
                  <a:chExt cx="587120" cy="1061085"/>
                </a:xfrm>
              </p:grpSpPr>
              <p:sp>
                <p:nvSpPr>
                  <p:cNvPr id="909" name="Google Shape;909;p28"/>
                  <p:cNvSpPr/>
                  <p:nvPr/>
                </p:nvSpPr>
                <p:spPr>
                  <a:xfrm>
                    <a:off x="2124551" y="4954047"/>
                    <a:ext cx="587120" cy="1061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7120" h="1061085" extrusionOk="0">
                        <a:moveTo>
                          <a:pt x="91440" y="0"/>
                        </a:moveTo>
                        <a:lnTo>
                          <a:pt x="495681" y="0"/>
                        </a:lnTo>
                        <a:cubicBezTo>
                          <a:pt x="546163" y="0"/>
                          <a:pt x="587121" y="40958"/>
                          <a:pt x="587121" y="91440"/>
                        </a:cubicBezTo>
                        <a:lnTo>
                          <a:pt x="587121" y="969645"/>
                        </a:lnTo>
                        <a:cubicBezTo>
                          <a:pt x="587121" y="1020128"/>
                          <a:pt x="546163" y="1061085"/>
                          <a:pt x="495681" y="1061085"/>
                        </a:cubicBezTo>
                        <a:lnTo>
                          <a:pt x="91440" y="1061085"/>
                        </a:lnTo>
                        <a:cubicBezTo>
                          <a:pt x="40958" y="1061085"/>
                          <a:pt x="0" y="1020128"/>
                          <a:pt x="0" y="969645"/>
                        </a:cubicBezTo>
                        <a:lnTo>
                          <a:pt x="0" y="91440"/>
                        </a:lnTo>
                        <a:cubicBezTo>
                          <a:pt x="0" y="40958"/>
                          <a:pt x="40958" y="0"/>
                          <a:pt x="9144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" name="Google Shape;910;p28"/>
                  <p:cNvSpPr/>
                  <p:nvPr/>
                </p:nvSpPr>
                <p:spPr>
                  <a:xfrm>
                    <a:off x="2339530" y="4987099"/>
                    <a:ext cx="157162" cy="25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162" h="25527" extrusionOk="0">
                        <a:moveTo>
                          <a:pt x="144399" y="25527"/>
                        </a:moveTo>
                        <a:lnTo>
                          <a:pt x="12764" y="25527"/>
                        </a:lnTo>
                        <a:cubicBezTo>
                          <a:pt x="5715" y="25527"/>
                          <a:pt x="0" y="19812"/>
                          <a:pt x="0" y="12764"/>
                        </a:cubicBezTo>
                        <a:lnTo>
                          <a:pt x="0" y="12764"/>
                        </a:lnTo>
                        <a:cubicBezTo>
                          <a:pt x="0" y="5715"/>
                          <a:pt x="5715" y="0"/>
                          <a:pt x="12764" y="0"/>
                        </a:cubicBezTo>
                        <a:lnTo>
                          <a:pt x="144399" y="0"/>
                        </a:lnTo>
                        <a:cubicBezTo>
                          <a:pt x="151448" y="0"/>
                          <a:pt x="157163" y="5715"/>
                          <a:pt x="157163" y="12764"/>
                        </a:cubicBezTo>
                        <a:lnTo>
                          <a:pt x="157163" y="12764"/>
                        </a:lnTo>
                        <a:cubicBezTo>
                          <a:pt x="157163" y="19812"/>
                          <a:pt x="151448" y="25527"/>
                          <a:pt x="144399" y="2552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11" name="Google Shape;911;p28"/>
                <p:cNvSpPr/>
                <p:nvPr/>
              </p:nvSpPr>
              <p:spPr>
                <a:xfrm>
                  <a:off x="1059199" y="3818860"/>
                  <a:ext cx="419712" cy="647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158" h="777906" extrusionOk="0">
                      <a:moveTo>
                        <a:pt x="0" y="0"/>
                      </a:moveTo>
                      <a:lnTo>
                        <a:pt x="504158" y="0"/>
                      </a:lnTo>
                      <a:lnTo>
                        <a:pt x="504158" y="777907"/>
                      </a:lnTo>
                      <a:lnTo>
                        <a:pt x="0" y="77790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12" name="Google Shape;912;p28"/>
                <p:cNvGrpSpPr/>
                <p:nvPr/>
              </p:nvGrpSpPr>
              <p:grpSpPr>
                <a:xfrm>
                  <a:off x="1108189" y="4182116"/>
                  <a:ext cx="322524" cy="131011"/>
                  <a:chOff x="2224754" y="5521737"/>
                  <a:chExt cx="386905" cy="157163"/>
                </a:xfrm>
              </p:grpSpPr>
              <p:grpSp>
                <p:nvGrpSpPr>
                  <p:cNvPr id="913" name="Google Shape;913;p28"/>
                  <p:cNvGrpSpPr/>
                  <p:nvPr/>
                </p:nvGrpSpPr>
                <p:grpSpPr>
                  <a:xfrm>
                    <a:off x="2224754" y="5521737"/>
                    <a:ext cx="386905" cy="157163"/>
                    <a:chOff x="2224754" y="5521737"/>
                    <a:chExt cx="386905" cy="157163"/>
                  </a:xfrm>
                </p:grpSpPr>
                <p:grpSp>
                  <p:nvGrpSpPr>
                    <p:cNvPr id="914" name="Google Shape;914;p28"/>
                    <p:cNvGrpSpPr/>
                    <p:nvPr/>
                  </p:nvGrpSpPr>
                  <p:grpSpPr>
                    <a:xfrm>
                      <a:off x="2224754" y="5521737"/>
                      <a:ext cx="386905" cy="65532"/>
                      <a:chOff x="2224754" y="5521737"/>
                      <a:chExt cx="386905" cy="65532"/>
                    </a:xfrm>
                  </p:grpSpPr>
                  <p:sp>
                    <p:nvSpPr>
                      <p:cNvPr id="915" name="Google Shape;915;p28"/>
                      <p:cNvSpPr/>
                      <p:nvPr/>
                    </p:nvSpPr>
                    <p:spPr>
                      <a:xfrm>
                        <a:off x="2224754" y="5521737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6" name="Google Shape;916;p28"/>
                      <p:cNvSpPr/>
                      <p:nvPr/>
                    </p:nvSpPr>
                    <p:spPr>
                      <a:xfrm>
                        <a:off x="2237422" y="5534405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917" name="Google Shape;917;p28"/>
                    <p:cNvGrpSpPr/>
                    <p:nvPr/>
                  </p:nvGrpSpPr>
                  <p:grpSpPr>
                    <a:xfrm>
                      <a:off x="2224754" y="5613368"/>
                      <a:ext cx="386905" cy="65532"/>
                      <a:chOff x="2224754" y="5613368"/>
                      <a:chExt cx="386905" cy="65532"/>
                    </a:xfrm>
                  </p:grpSpPr>
                  <p:sp>
                    <p:nvSpPr>
                      <p:cNvPr id="918" name="Google Shape;918;p28"/>
                      <p:cNvSpPr/>
                      <p:nvPr/>
                    </p:nvSpPr>
                    <p:spPr>
                      <a:xfrm>
                        <a:off x="2224754" y="5613368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9" name="Google Shape;919;p28"/>
                      <p:cNvSpPr/>
                      <p:nvPr/>
                    </p:nvSpPr>
                    <p:spPr>
                      <a:xfrm>
                        <a:off x="2237422" y="5626036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920" name="Google Shape;920;p28"/>
                  <p:cNvGrpSpPr/>
                  <p:nvPr/>
                </p:nvGrpSpPr>
                <p:grpSpPr>
                  <a:xfrm>
                    <a:off x="2336863" y="5554217"/>
                    <a:ext cx="177355" cy="15050"/>
                    <a:chOff x="2336863" y="5554217"/>
                    <a:chExt cx="177355" cy="15050"/>
                  </a:xfrm>
                </p:grpSpPr>
                <p:sp>
                  <p:nvSpPr>
                    <p:cNvPr id="921" name="Google Shape;921;p28"/>
                    <p:cNvSpPr/>
                    <p:nvPr/>
                  </p:nvSpPr>
                  <p:spPr>
                    <a:xfrm>
                      <a:off x="233686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1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2" name="Google Shape;922;p28"/>
                    <p:cNvSpPr/>
                    <p:nvPr/>
                  </p:nvSpPr>
                  <p:spPr>
                    <a:xfrm>
                      <a:off x="2377440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3" name="Google Shape;923;p28"/>
                    <p:cNvSpPr/>
                    <p:nvPr/>
                  </p:nvSpPr>
                  <p:spPr>
                    <a:xfrm>
                      <a:off x="2418016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4" name="Google Shape;924;p28"/>
                    <p:cNvSpPr/>
                    <p:nvPr/>
                  </p:nvSpPr>
                  <p:spPr>
                    <a:xfrm>
                      <a:off x="245859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0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5" name="Google Shape;925;p28"/>
                    <p:cNvSpPr/>
                    <p:nvPr/>
                  </p:nvSpPr>
                  <p:spPr>
                    <a:xfrm>
                      <a:off x="2499169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26" name="Google Shape;926;p28"/>
                  <p:cNvGrpSpPr/>
                  <p:nvPr/>
                </p:nvGrpSpPr>
                <p:grpSpPr>
                  <a:xfrm>
                    <a:off x="2336863" y="5641848"/>
                    <a:ext cx="177355" cy="15049"/>
                    <a:chOff x="2336863" y="5641848"/>
                    <a:chExt cx="177355" cy="15049"/>
                  </a:xfrm>
                </p:grpSpPr>
                <p:sp>
                  <p:nvSpPr>
                    <p:cNvPr id="927" name="Google Shape;927;p28"/>
                    <p:cNvSpPr/>
                    <p:nvPr/>
                  </p:nvSpPr>
                  <p:spPr>
                    <a:xfrm>
                      <a:off x="2336863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8" name="Google Shape;928;p28"/>
                    <p:cNvSpPr/>
                    <p:nvPr/>
                  </p:nvSpPr>
                  <p:spPr>
                    <a:xfrm>
                      <a:off x="2377440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9" name="Google Shape;929;p28"/>
                    <p:cNvSpPr/>
                    <p:nvPr/>
                  </p:nvSpPr>
                  <p:spPr>
                    <a:xfrm>
                      <a:off x="2418016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0" name="Google Shape;930;p28"/>
                    <p:cNvSpPr/>
                    <p:nvPr/>
                  </p:nvSpPr>
                  <p:spPr>
                    <a:xfrm>
                      <a:off x="2458592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1" name="Google Shape;931;p28"/>
                    <p:cNvSpPr/>
                    <p:nvPr/>
                  </p:nvSpPr>
                  <p:spPr>
                    <a:xfrm>
                      <a:off x="2499169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32" name="Google Shape;932;p28"/>
                <p:cNvGrpSpPr/>
                <p:nvPr/>
              </p:nvGrpSpPr>
              <p:grpSpPr>
                <a:xfrm>
                  <a:off x="1161625" y="3903897"/>
                  <a:ext cx="215413" cy="215333"/>
                  <a:chOff x="2288857" y="5187981"/>
                  <a:chExt cx="258413" cy="258317"/>
                </a:xfrm>
              </p:grpSpPr>
              <p:sp>
                <p:nvSpPr>
                  <p:cNvPr id="933" name="Google Shape;933;p28"/>
                  <p:cNvSpPr/>
                  <p:nvPr/>
                </p:nvSpPr>
                <p:spPr>
                  <a:xfrm>
                    <a:off x="2288857" y="5187981"/>
                    <a:ext cx="258413" cy="2583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413" h="258317" extrusionOk="0">
                        <a:moveTo>
                          <a:pt x="258413" y="129159"/>
                        </a:moveTo>
                        <a:cubicBezTo>
                          <a:pt x="258413" y="159544"/>
                          <a:pt x="247936" y="187452"/>
                          <a:pt x="230410" y="209454"/>
                        </a:cubicBezTo>
                        <a:cubicBezTo>
                          <a:pt x="206692" y="239268"/>
                          <a:pt x="170212" y="258318"/>
                          <a:pt x="129159" y="258318"/>
                        </a:cubicBezTo>
                        <a:cubicBezTo>
                          <a:pt x="88106" y="258318"/>
                          <a:pt x="51625" y="239268"/>
                          <a:pt x="28004" y="209454"/>
                        </a:cubicBezTo>
                        <a:cubicBezTo>
                          <a:pt x="27337" y="208597"/>
                          <a:pt x="26670" y="207740"/>
                          <a:pt x="26003" y="206788"/>
                        </a:cubicBezTo>
                        <a:cubicBezTo>
                          <a:pt x="9716" y="185166"/>
                          <a:pt x="0" y="158305"/>
                          <a:pt x="0" y="129159"/>
                        </a:cubicBezTo>
                        <a:cubicBezTo>
                          <a:pt x="0" y="57817"/>
                          <a:pt x="57817" y="0"/>
                          <a:pt x="129159" y="0"/>
                        </a:cubicBezTo>
                        <a:cubicBezTo>
                          <a:pt x="176784" y="0"/>
                          <a:pt x="218313" y="25717"/>
                          <a:pt x="240697" y="64008"/>
                        </a:cubicBezTo>
                        <a:cubicBezTo>
                          <a:pt x="251936" y="83153"/>
                          <a:pt x="258318" y="105442"/>
                          <a:pt x="258318" y="12915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4" name="Google Shape;934;p28"/>
                  <p:cNvSpPr/>
                  <p:nvPr/>
                </p:nvSpPr>
                <p:spPr>
                  <a:xfrm>
                    <a:off x="2316956" y="5234082"/>
                    <a:ext cx="202501" cy="212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501" h="212216" extrusionOk="0">
                        <a:moveTo>
                          <a:pt x="202406" y="163353"/>
                        </a:moveTo>
                        <a:cubicBezTo>
                          <a:pt x="178689" y="193167"/>
                          <a:pt x="142208" y="212217"/>
                          <a:pt x="101155" y="212217"/>
                        </a:cubicBezTo>
                        <a:cubicBezTo>
                          <a:pt x="60103" y="212217"/>
                          <a:pt x="23622" y="193167"/>
                          <a:pt x="0" y="163353"/>
                        </a:cubicBezTo>
                        <a:cubicBezTo>
                          <a:pt x="9525" y="122682"/>
                          <a:pt x="42958" y="91249"/>
                          <a:pt x="84677" y="84582"/>
                        </a:cubicBezTo>
                        <a:cubicBezTo>
                          <a:pt x="68675" y="78010"/>
                          <a:pt x="57341" y="62293"/>
                          <a:pt x="57341" y="43910"/>
                        </a:cubicBezTo>
                        <a:cubicBezTo>
                          <a:pt x="57341" y="19717"/>
                          <a:pt x="76962" y="0"/>
                          <a:pt x="101251" y="0"/>
                        </a:cubicBezTo>
                        <a:cubicBezTo>
                          <a:pt x="125539" y="0"/>
                          <a:pt x="145161" y="19717"/>
                          <a:pt x="145161" y="43910"/>
                        </a:cubicBezTo>
                        <a:cubicBezTo>
                          <a:pt x="145161" y="62293"/>
                          <a:pt x="133826" y="78010"/>
                          <a:pt x="117824" y="84582"/>
                        </a:cubicBezTo>
                        <a:cubicBezTo>
                          <a:pt x="159544" y="91249"/>
                          <a:pt x="192976" y="122682"/>
                          <a:pt x="202501" y="163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35" name="Google Shape;935;p28"/>
              <p:cNvSpPr/>
              <p:nvPr/>
            </p:nvSpPr>
            <p:spPr>
              <a:xfrm>
                <a:off x="5401558" y="4012919"/>
                <a:ext cx="172878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5527" extrusionOk="0">
                    <a:moveTo>
                      <a:pt x="144399" y="25527"/>
                    </a:moveTo>
                    <a:lnTo>
                      <a:pt x="12764" y="25527"/>
                    </a:lnTo>
                    <a:cubicBezTo>
                      <a:pt x="5715" y="25527"/>
                      <a:pt x="0" y="19812"/>
                      <a:pt x="0" y="12764"/>
                    </a:cubicBezTo>
                    <a:lnTo>
                      <a:pt x="0" y="12764"/>
                    </a:lnTo>
                    <a:cubicBezTo>
                      <a:pt x="0" y="5715"/>
                      <a:pt x="5715" y="0"/>
                      <a:pt x="12764" y="0"/>
                    </a:cubicBezTo>
                    <a:lnTo>
                      <a:pt x="144399" y="0"/>
                    </a:lnTo>
                    <a:cubicBezTo>
                      <a:pt x="151448" y="0"/>
                      <a:pt x="157163" y="5715"/>
                      <a:pt x="157163" y="12764"/>
                    </a:cubicBezTo>
                    <a:lnTo>
                      <a:pt x="157163" y="12764"/>
                    </a:lnTo>
                    <a:cubicBezTo>
                      <a:pt x="157163" y="19812"/>
                      <a:pt x="151448" y="25527"/>
                      <a:pt x="144399" y="255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/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1"/>
          <p:cNvSpPr txBox="1">
            <a:spLocks noGrp="1"/>
          </p:cNvSpPr>
          <p:nvPr>
            <p:ph type="title"/>
          </p:nvPr>
        </p:nvSpPr>
        <p:spPr>
          <a:xfrm>
            <a:off x="724075" y="-154537"/>
            <a:ext cx="3679932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Cách hoạt động </a:t>
            </a:r>
            <a:endParaRPr dirty="0"/>
          </a:p>
        </p:txBody>
      </p:sp>
      <p:sp>
        <p:nvSpPr>
          <p:cNvPr id="968" name="Google Shape;968;p31"/>
          <p:cNvSpPr txBox="1">
            <a:spLocks noGrp="1"/>
          </p:cNvSpPr>
          <p:nvPr>
            <p:ph type="subTitle" idx="1"/>
          </p:nvPr>
        </p:nvSpPr>
        <p:spPr>
          <a:xfrm>
            <a:off x="1047061" y="847059"/>
            <a:ext cx="6074792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Setup </a:t>
            </a:r>
            <a:r>
              <a:rPr lang="en-US" dirty="0" err="1"/>
              <a:t>một</a:t>
            </a:r>
            <a:r>
              <a:rPr lang="en-US" dirty="0"/>
              <a:t> webhook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lắng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,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api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newsapi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description </a:t>
            </a:r>
            <a:r>
              <a:rPr lang="en-US" dirty="0" err="1"/>
              <a:t>và</a:t>
            </a:r>
            <a:r>
              <a:rPr lang="en-US" dirty="0"/>
              <a:t> headline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article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OpenAI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webhook </a:t>
            </a:r>
            <a:r>
              <a:rPr lang="en-US" dirty="0" err="1"/>
              <a:t>của</a:t>
            </a:r>
            <a:r>
              <a:rPr lang="en-US" dirty="0"/>
              <a:t> discord.</a:t>
            </a:r>
            <a:endParaRPr dirty="0"/>
          </a:p>
        </p:txBody>
      </p:sp>
      <p:grpSp>
        <p:nvGrpSpPr>
          <p:cNvPr id="970" name="Google Shape;970;p31"/>
          <p:cNvGrpSpPr/>
          <p:nvPr/>
        </p:nvGrpSpPr>
        <p:grpSpPr>
          <a:xfrm>
            <a:off x="7875610" y="386631"/>
            <a:ext cx="997823" cy="1575369"/>
            <a:chOff x="7230903" y="4040695"/>
            <a:chExt cx="708279" cy="1118235"/>
          </a:xfrm>
        </p:grpSpPr>
        <p:grpSp>
          <p:nvGrpSpPr>
            <p:cNvPr id="971" name="Google Shape;971;p31"/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72" name="Google Shape;972;p31"/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/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4" name="Google Shape;974;p31"/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75" name="Google Shape;975;p31"/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1"/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1"/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31"/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9" name="Google Shape;979;p31"/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80" name="Google Shape;980;p31"/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/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31"/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83" name="Google Shape;983;p31"/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31"/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31"/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31"/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87" name="Google Shape;987;p31"/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31"/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89" name="Google Shape;989;p31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1" name="Google Shape;991;p31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92" name="Google Shape;992;p31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31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1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31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6" name="Google Shape;996;p31"/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97" name="Google Shape;997;p31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98" name="Google Shape;998;p31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1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0" name="Google Shape;1000;p31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01" name="Google Shape;1001;p31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31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31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31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5" name="Google Shape;1005;p31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31"/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07" name="Google Shape;1007;p31"/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1"/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9" name="Google Shape;1009;p31"/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1010" name="Google Shape;1010;p31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11" name="Google Shape;1011;p31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31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3" name="Google Shape;1013;p31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046DCE3-BDFA-AEB7-DC87-308AE2A46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083" y="1853859"/>
            <a:ext cx="5943600" cy="2232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>
          <a:extLst>
            <a:ext uri="{FF2B5EF4-FFF2-40B4-BE49-F238E27FC236}">
              <a16:creationId xmlns:a16="http://schemas.microsoft.com/office/drawing/2014/main" id="{3488CCC3-6C50-DAEA-F58E-35645F98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>
            <a:extLst>
              <a:ext uri="{FF2B5EF4-FFF2-40B4-BE49-F238E27FC236}">
                <a16:creationId xmlns:a16="http://schemas.microsoft.com/office/drawing/2014/main" id="{DBDA4948-A07B-3A8C-518B-CFDC3E9E5EF3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1">
            <a:extLst>
              <a:ext uri="{FF2B5EF4-FFF2-40B4-BE49-F238E27FC236}">
                <a16:creationId xmlns:a16="http://schemas.microsoft.com/office/drawing/2014/main" id="{62D75095-AF82-D46B-AE9E-3A5253CA12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4075" y="-154537"/>
            <a:ext cx="3679932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Newsapi</a:t>
            </a:r>
            <a:endParaRPr dirty="0"/>
          </a:p>
        </p:txBody>
      </p:sp>
      <p:sp>
        <p:nvSpPr>
          <p:cNvPr id="968" name="Google Shape;968;p31">
            <a:extLst>
              <a:ext uri="{FF2B5EF4-FFF2-40B4-BE49-F238E27FC236}">
                <a16:creationId xmlns:a16="http://schemas.microsoft.com/office/drawing/2014/main" id="{39AFC9A0-B98D-3642-7389-921269CDF83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45686" y="1029269"/>
            <a:ext cx="6074792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Newsapi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headline </a:t>
            </a:r>
            <a:r>
              <a:rPr lang="en-US" dirty="0" err="1"/>
              <a:t>các</a:t>
            </a:r>
            <a:r>
              <a:rPr lang="en-US" dirty="0"/>
              <a:t> article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http request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>
                <a:hlinkClick r:id="rId3"/>
              </a:rPr>
              <a:t>https://newsapi.org/v2/top-headlines?language=en&amp;apiKey=yourApikey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Ta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categories , sort , language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.</a:t>
            </a:r>
          </a:p>
          <a:p>
            <a:pPr marL="0" lvl="0" indent="0">
              <a:buNone/>
            </a:pPr>
            <a:endParaRPr dirty="0"/>
          </a:p>
        </p:txBody>
      </p:sp>
      <p:grpSp>
        <p:nvGrpSpPr>
          <p:cNvPr id="970" name="Google Shape;970;p31">
            <a:extLst>
              <a:ext uri="{FF2B5EF4-FFF2-40B4-BE49-F238E27FC236}">
                <a16:creationId xmlns:a16="http://schemas.microsoft.com/office/drawing/2014/main" id="{505DDD84-3A19-5FF3-BE35-C36138EF87AD}"/>
              </a:ext>
            </a:extLst>
          </p:cNvPr>
          <p:cNvGrpSpPr/>
          <p:nvPr/>
        </p:nvGrpSpPr>
        <p:grpSpPr>
          <a:xfrm>
            <a:off x="7875610" y="386631"/>
            <a:ext cx="997823" cy="1575369"/>
            <a:chOff x="7230903" y="4040695"/>
            <a:chExt cx="708279" cy="1118235"/>
          </a:xfrm>
        </p:grpSpPr>
        <p:grpSp>
          <p:nvGrpSpPr>
            <p:cNvPr id="971" name="Google Shape;971;p31">
              <a:extLst>
                <a:ext uri="{FF2B5EF4-FFF2-40B4-BE49-F238E27FC236}">
                  <a16:creationId xmlns:a16="http://schemas.microsoft.com/office/drawing/2014/main" id="{2451ED77-7762-1BFD-BA4A-0917C82F4327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72" name="Google Shape;972;p31">
                <a:extLst>
                  <a:ext uri="{FF2B5EF4-FFF2-40B4-BE49-F238E27FC236}">
                    <a16:creationId xmlns:a16="http://schemas.microsoft.com/office/drawing/2014/main" id="{F77A32A4-EAEB-EE05-8202-98D151021C6C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>
                <a:extLst>
                  <a:ext uri="{FF2B5EF4-FFF2-40B4-BE49-F238E27FC236}">
                    <a16:creationId xmlns:a16="http://schemas.microsoft.com/office/drawing/2014/main" id="{58E75591-5129-C967-82DA-36687916A3E0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4" name="Google Shape;974;p31">
                <a:extLst>
                  <a:ext uri="{FF2B5EF4-FFF2-40B4-BE49-F238E27FC236}">
                    <a16:creationId xmlns:a16="http://schemas.microsoft.com/office/drawing/2014/main" id="{9A896244-3C5C-41C5-1449-ED313F77751C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75" name="Google Shape;975;p31">
                  <a:extLst>
                    <a:ext uri="{FF2B5EF4-FFF2-40B4-BE49-F238E27FC236}">
                      <a16:creationId xmlns:a16="http://schemas.microsoft.com/office/drawing/2014/main" id="{0448B2B4-8F74-5219-3179-2357B7780684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1">
                  <a:extLst>
                    <a:ext uri="{FF2B5EF4-FFF2-40B4-BE49-F238E27FC236}">
                      <a16:creationId xmlns:a16="http://schemas.microsoft.com/office/drawing/2014/main" id="{28AB9FBE-4D10-8589-360C-133142C5AC65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1">
                  <a:extLst>
                    <a:ext uri="{FF2B5EF4-FFF2-40B4-BE49-F238E27FC236}">
                      <a16:creationId xmlns:a16="http://schemas.microsoft.com/office/drawing/2014/main" id="{1BE691B0-4F97-5759-6386-9F63141DE5B7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31">
                  <a:extLst>
                    <a:ext uri="{FF2B5EF4-FFF2-40B4-BE49-F238E27FC236}">
                      <a16:creationId xmlns:a16="http://schemas.microsoft.com/office/drawing/2014/main" id="{3DA82B1F-BB85-F264-120F-FF37D6C286C8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9" name="Google Shape;979;p31">
              <a:extLst>
                <a:ext uri="{FF2B5EF4-FFF2-40B4-BE49-F238E27FC236}">
                  <a16:creationId xmlns:a16="http://schemas.microsoft.com/office/drawing/2014/main" id="{714B2FEF-4BE8-64BD-1AC7-DC17FA9E4F9A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80" name="Google Shape;980;p31">
                <a:extLst>
                  <a:ext uri="{FF2B5EF4-FFF2-40B4-BE49-F238E27FC236}">
                    <a16:creationId xmlns:a16="http://schemas.microsoft.com/office/drawing/2014/main" id="{DD26DE50-D2B8-71F6-4A2A-1EEE7F561C6A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>
                <a:extLst>
                  <a:ext uri="{FF2B5EF4-FFF2-40B4-BE49-F238E27FC236}">
                    <a16:creationId xmlns:a16="http://schemas.microsoft.com/office/drawing/2014/main" id="{3F64B833-69F8-323C-2AA4-64C716E8C70B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31">
                <a:extLst>
                  <a:ext uri="{FF2B5EF4-FFF2-40B4-BE49-F238E27FC236}">
                    <a16:creationId xmlns:a16="http://schemas.microsoft.com/office/drawing/2014/main" id="{178DD75D-54FC-03FB-8FC2-C976C87A47F5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83" name="Google Shape;983;p31">
                  <a:extLst>
                    <a:ext uri="{FF2B5EF4-FFF2-40B4-BE49-F238E27FC236}">
                      <a16:creationId xmlns:a16="http://schemas.microsoft.com/office/drawing/2014/main" id="{B882CCF7-D553-1D34-9705-E6B3A92DF652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31">
                  <a:extLst>
                    <a:ext uri="{FF2B5EF4-FFF2-40B4-BE49-F238E27FC236}">
                      <a16:creationId xmlns:a16="http://schemas.microsoft.com/office/drawing/2014/main" id="{E0798587-7F9B-46D9-A2A3-603347B9B617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31">
                  <a:extLst>
                    <a:ext uri="{FF2B5EF4-FFF2-40B4-BE49-F238E27FC236}">
                      <a16:creationId xmlns:a16="http://schemas.microsoft.com/office/drawing/2014/main" id="{B806B9FD-3A6B-0F75-8019-CAF813497820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31">
                  <a:extLst>
                    <a:ext uri="{FF2B5EF4-FFF2-40B4-BE49-F238E27FC236}">
                      <a16:creationId xmlns:a16="http://schemas.microsoft.com/office/drawing/2014/main" id="{A7332EE8-3C63-571F-C87A-3E7BB839EB3B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87" name="Google Shape;987;p31">
              <a:extLst>
                <a:ext uri="{FF2B5EF4-FFF2-40B4-BE49-F238E27FC236}">
                  <a16:creationId xmlns:a16="http://schemas.microsoft.com/office/drawing/2014/main" id="{4A7275D4-FE05-88C4-4A33-F05D109C3A0D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31">
              <a:extLst>
                <a:ext uri="{FF2B5EF4-FFF2-40B4-BE49-F238E27FC236}">
                  <a16:creationId xmlns:a16="http://schemas.microsoft.com/office/drawing/2014/main" id="{6EDEC544-F32B-161B-8085-73ABE464A7B6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89" name="Google Shape;989;p31">
                <a:extLst>
                  <a:ext uri="{FF2B5EF4-FFF2-40B4-BE49-F238E27FC236}">
                    <a16:creationId xmlns:a16="http://schemas.microsoft.com/office/drawing/2014/main" id="{44C46B39-926D-89CE-40F2-588D8C0E5296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>
                <a:extLst>
                  <a:ext uri="{FF2B5EF4-FFF2-40B4-BE49-F238E27FC236}">
                    <a16:creationId xmlns:a16="http://schemas.microsoft.com/office/drawing/2014/main" id="{AA79F3B5-2BA3-D160-C62E-8B8957236F65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1" name="Google Shape;991;p31">
                <a:extLst>
                  <a:ext uri="{FF2B5EF4-FFF2-40B4-BE49-F238E27FC236}">
                    <a16:creationId xmlns:a16="http://schemas.microsoft.com/office/drawing/2014/main" id="{B3A5561C-B2BE-0A00-E2B2-28FC75B26967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92" name="Google Shape;992;p31">
                  <a:extLst>
                    <a:ext uri="{FF2B5EF4-FFF2-40B4-BE49-F238E27FC236}">
                      <a16:creationId xmlns:a16="http://schemas.microsoft.com/office/drawing/2014/main" id="{5D433DDE-329D-C269-8DAB-EF5AD5DA9CCC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31">
                  <a:extLst>
                    <a:ext uri="{FF2B5EF4-FFF2-40B4-BE49-F238E27FC236}">
                      <a16:creationId xmlns:a16="http://schemas.microsoft.com/office/drawing/2014/main" id="{6A1B6ECB-3825-78AE-89EE-909C9233C331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1">
                  <a:extLst>
                    <a:ext uri="{FF2B5EF4-FFF2-40B4-BE49-F238E27FC236}">
                      <a16:creationId xmlns:a16="http://schemas.microsoft.com/office/drawing/2014/main" id="{43C3AC7C-F459-A3E6-8061-7D4805B28863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31">
                  <a:extLst>
                    <a:ext uri="{FF2B5EF4-FFF2-40B4-BE49-F238E27FC236}">
                      <a16:creationId xmlns:a16="http://schemas.microsoft.com/office/drawing/2014/main" id="{14971F9A-D614-5418-5A30-07FC5C832C63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6" name="Google Shape;996;p31">
              <a:extLst>
                <a:ext uri="{FF2B5EF4-FFF2-40B4-BE49-F238E27FC236}">
                  <a16:creationId xmlns:a16="http://schemas.microsoft.com/office/drawing/2014/main" id="{0846042A-B8DC-8083-14E7-48AC5FCC53FD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97" name="Google Shape;997;p31">
                <a:extLst>
                  <a:ext uri="{FF2B5EF4-FFF2-40B4-BE49-F238E27FC236}">
                    <a16:creationId xmlns:a16="http://schemas.microsoft.com/office/drawing/2014/main" id="{C19C9194-86A3-497E-16A9-BFAB56C00829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98" name="Google Shape;998;p31">
                  <a:extLst>
                    <a:ext uri="{FF2B5EF4-FFF2-40B4-BE49-F238E27FC236}">
                      <a16:creationId xmlns:a16="http://schemas.microsoft.com/office/drawing/2014/main" id="{77F23C69-9160-3436-A47B-B615F92B2F08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1">
                  <a:extLst>
                    <a:ext uri="{FF2B5EF4-FFF2-40B4-BE49-F238E27FC236}">
                      <a16:creationId xmlns:a16="http://schemas.microsoft.com/office/drawing/2014/main" id="{CF0EEE92-C766-5F22-66CC-4C5892930EAA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0" name="Google Shape;1000;p31">
                  <a:extLst>
                    <a:ext uri="{FF2B5EF4-FFF2-40B4-BE49-F238E27FC236}">
                      <a16:creationId xmlns:a16="http://schemas.microsoft.com/office/drawing/2014/main" id="{BF7C86FD-0082-1633-45EC-D2AABF08F6B8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01" name="Google Shape;1001;p31">
                    <a:extLst>
                      <a:ext uri="{FF2B5EF4-FFF2-40B4-BE49-F238E27FC236}">
                        <a16:creationId xmlns:a16="http://schemas.microsoft.com/office/drawing/2014/main" id="{3A1D0315-5DA1-4DD1-0C9A-D9A20C0BF810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31">
                    <a:extLst>
                      <a:ext uri="{FF2B5EF4-FFF2-40B4-BE49-F238E27FC236}">
                        <a16:creationId xmlns:a16="http://schemas.microsoft.com/office/drawing/2014/main" id="{64CE5E83-91CA-3094-C63E-9A2C034A4E10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31">
                    <a:extLst>
                      <a:ext uri="{FF2B5EF4-FFF2-40B4-BE49-F238E27FC236}">
                        <a16:creationId xmlns:a16="http://schemas.microsoft.com/office/drawing/2014/main" id="{BFDCCDBC-C08F-5D43-ECD8-A794A74806BB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31">
                    <a:extLst>
                      <a:ext uri="{FF2B5EF4-FFF2-40B4-BE49-F238E27FC236}">
                        <a16:creationId xmlns:a16="http://schemas.microsoft.com/office/drawing/2014/main" id="{81E01752-D2F4-BC30-C2CA-73A1F6C0430D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5" name="Google Shape;1005;p31">
                <a:extLst>
                  <a:ext uri="{FF2B5EF4-FFF2-40B4-BE49-F238E27FC236}">
                    <a16:creationId xmlns:a16="http://schemas.microsoft.com/office/drawing/2014/main" id="{49A29F77-BFF1-0E56-E1AA-6774B69642DE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31">
              <a:extLst>
                <a:ext uri="{FF2B5EF4-FFF2-40B4-BE49-F238E27FC236}">
                  <a16:creationId xmlns:a16="http://schemas.microsoft.com/office/drawing/2014/main" id="{56116825-B352-93BA-A236-DD5C07A0492E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07" name="Google Shape;1007;p31">
                <a:extLst>
                  <a:ext uri="{FF2B5EF4-FFF2-40B4-BE49-F238E27FC236}">
                    <a16:creationId xmlns:a16="http://schemas.microsoft.com/office/drawing/2014/main" id="{4A57AFAF-CB5A-C3E8-5E8E-2476BEA8704B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1">
                <a:extLst>
                  <a:ext uri="{FF2B5EF4-FFF2-40B4-BE49-F238E27FC236}">
                    <a16:creationId xmlns:a16="http://schemas.microsoft.com/office/drawing/2014/main" id="{2EAB7DEB-B51F-270C-94F1-CA7C531C9858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9" name="Google Shape;1009;p31">
              <a:extLst>
                <a:ext uri="{FF2B5EF4-FFF2-40B4-BE49-F238E27FC236}">
                  <a16:creationId xmlns:a16="http://schemas.microsoft.com/office/drawing/2014/main" id="{91030DF2-E725-7E37-5EAA-03BB7F6BA35F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1010" name="Google Shape;1010;p31">
                <a:extLst>
                  <a:ext uri="{FF2B5EF4-FFF2-40B4-BE49-F238E27FC236}">
                    <a16:creationId xmlns:a16="http://schemas.microsoft.com/office/drawing/2014/main" id="{A5717515-2737-38CA-E3AC-64D6EC9228AA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11" name="Google Shape;1011;p31">
                  <a:extLst>
                    <a:ext uri="{FF2B5EF4-FFF2-40B4-BE49-F238E27FC236}">
                      <a16:creationId xmlns:a16="http://schemas.microsoft.com/office/drawing/2014/main" id="{17E632FD-C9A0-DE9C-59DF-73F9E6253D48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31">
                  <a:extLst>
                    <a:ext uri="{FF2B5EF4-FFF2-40B4-BE49-F238E27FC236}">
                      <a16:creationId xmlns:a16="http://schemas.microsoft.com/office/drawing/2014/main" id="{71F32A44-CC85-4C62-D73F-B53717313272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3" name="Google Shape;1013;p31">
                <a:extLst>
                  <a:ext uri="{FF2B5EF4-FFF2-40B4-BE49-F238E27FC236}">
                    <a16:creationId xmlns:a16="http://schemas.microsoft.com/office/drawing/2014/main" id="{AA61B808-7EB3-D370-F618-C7A21D189F4B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87960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>
          <a:extLst>
            <a:ext uri="{FF2B5EF4-FFF2-40B4-BE49-F238E27FC236}">
              <a16:creationId xmlns:a16="http://schemas.microsoft.com/office/drawing/2014/main" id="{EC7572C4-19DC-3752-F363-90CD338AA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>
            <a:extLst>
              <a:ext uri="{FF2B5EF4-FFF2-40B4-BE49-F238E27FC236}">
                <a16:creationId xmlns:a16="http://schemas.microsoft.com/office/drawing/2014/main" id="{680930A6-E8F3-F69D-A30F-9F98D54B4767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1">
            <a:extLst>
              <a:ext uri="{FF2B5EF4-FFF2-40B4-BE49-F238E27FC236}">
                <a16:creationId xmlns:a16="http://schemas.microsoft.com/office/drawing/2014/main" id="{D2BF9A29-4C37-B01F-4047-A8BE26B6FC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4074" y="-154537"/>
            <a:ext cx="4768999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LLM Chain ( OpenAI )</a:t>
            </a:r>
            <a:endParaRPr dirty="0"/>
          </a:p>
        </p:txBody>
      </p:sp>
      <p:sp>
        <p:nvSpPr>
          <p:cNvPr id="968" name="Google Shape;968;p31">
            <a:extLst>
              <a:ext uri="{FF2B5EF4-FFF2-40B4-BE49-F238E27FC236}">
                <a16:creationId xmlns:a16="http://schemas.microsoft.com/office/drawing/2014/main" id="{617C1329-2F82-B320-D9F5-47443EC35EF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45686" y="1029269"/>
            <a:ext cx="6074792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Nội</a:t>
            </a:r>
            <a:r>
              <a:rPr lang="en-US" sz="1400" dirty="0"/>
              <a:t> dung </a:t>
            </a:r>
            <a:r>
              <a:rPr lang="en-US" sz="1400" dirty="0" err="1"/>
              <a:t>lấy</a:t>
            </a:r>
            <a:r>
              <a:rPr lang="en-US" sz="1400" dirty="0"/>
              <a:t> </a:t>
            </a:r>
            <a:r>
              <a:rPr lang="en-US" sz="1400" dirty="0" err="1"/>
              <a:t>được</a:t>
            </a:r>
            <a:r>
              <a:rPr lang="en-US" sz="1400" dirty="0"/>
              <a:t> </a:t>
            </a:r>
            <a:r>
              <a:rPr lang="en-US" sz="1400" dirty="0" err="1"/>
              <a:t>từ</a:t>
            </a:r>
            <a:r>
              <a:rPr lang="en-US" sz="1400" dirty="0"/>
              <a:t> </a:t>
            </a:r>
            <a:r>
              <a:rPr lang="en-US" sz="1400" dirty="0" err="1"/>
              <a:t>Newsapi</a:t>
            </a:r>
            <a:r>
              <a:rPr lang="en-US" sz="1400" dirty="0"/>
              <a:t> </a:t>
            </a:r>
            <a:r>
              <a:rPr lang="en-US" sz="1400" dirty="0" err="1"/>
              <a:t>sẽ</a:t>
            </a:r>
            <a:r>
              <a:rPr lang="en-US" sz="1400" dirty="0"/>
              <a:t> </a:t>
            </a:r>
            <a:r>
              <a:rPr lang="en-US" sz="1400" dirty="0" err="1"/>
              <a:t>được</a:t>
            </a:r>
            <a:r>
              <a:rPr lang="en-US" sz="1400" dirty="0"/>
              <a:t> </a:t>
            </a:r>
            <a:r>
              <a:rPr lang="en-US" sz="1400" dirty="0" err="1"/>
              <a:t>gửi</a:t>
            </a:r>
            <a:r>
              <a:rPr lang="en-US" sz="1400" dirty="0"/>
              <a:t> </a:t>
            </a:r>
            <a:r>
              <a:rPr lang="en-US" sz="1400" dirty="0" err="1"/>
              <a:t>tới</a:t>
            </a:r>
            <a:r>
              <a:rPr lang="en-US" sz="1400" dirty="0"/>
              <a:t> OpenAI </a:t>
            </a:r>
            <a:r>
              <a:rPr lang="en-US" sz="1400" dirty="0" err="1"/>
              <a:t>để</a:t>
            </a:r>
            <a:r>
              <a:rPr lang="en-US" sz="1400" dirty="0"/>
              <a:t> </a:t>
            </a:r>
            <a:r>
              <a:rPr lang="en-US" sz="1400" dirty="0" err="1"/>
              <a:t>tóm</a:t>
            </a:r>
            <a:r>
              <a:rPr lang="en-US" sz="1400" dirty="0"/>
              <a:t> </a:t>
            </a:r>
            <a:r>
              <a:rPr lang="en-US" sz="1400" dirty="0" err="1"/>
              <a:t>tắt</a:t>
            </a:r>
            <a:r>
              <a:rPr lang="en-US" sz="1400" dirty="0"/>
              <a:t> </a:t>
            </a:r>
            <a:r>
              <a:rPr lang="en-US" sz="1400" dirty="0" err="1"/>
              <a:t>thông</a:t>
            </a:r>
            <a:r>
              <a:rPr lang="en-US" sz="1400" dirty="0"/>
              <a:t> qua prompt </a:t>
            </a:r>
            <a:r>
              <a:rPr lang="en-US" sz="1400" dirty="0" err="1"/>
              <a:t>như</a:t>
            </a:r>
            <a:r>
              <a:rPr lang="en-US" sz="1400" dirty="0"/>
              <a:t> </a:t>
            </a:r>
            <a:r>
              <a:rPr lang="en-US" sz="1400" dirty="0" err="1"/>
              <a:t>sau</a:t>
            </a:r>
            <a:r>
              <a:rPr lang="en-US" sz="1400" dirty="0"/>
              <a:t> :</a:t>
            </a:r>
          </a:p>
          <a:p>
            <a:pPr marL="0" lvl="0" indent="0">
              <a:buNone/>
            </a:pPr>
            <a:endParaRPr lang="en-US" sz="1400" dirty="0"/>
          </a:p>
          <a:p>
            <a:pPr marL="0" lvl="0" indent="0">
              <a:buNone/>
            </a:pPr>
            <a:r>
              <a:rPr lang="en-US" sz="1400" dirty="0"/>
              <a:t>Summarize these headlines into 5 short bullet points:</a:t>
            </a:r>
          </a:p>
          <a:p>
            <a:pPr marL="0" lvl="0" indent="0">
              <a:buNone/>
            </a:pPr>
            <a:r>
              <a:rPr lang="en-US" sz="1400" dirty="0"/>
              <a:t>{{ $</a:t>
            </a:r>
            <a:r>
              <a:rPr lang="en-US" sz="1400" dirty="0" err="1"/>
              <a:t>json.articles.map</a:t>
            </a:r>
            <a:r>
              <a:rPr lang="en-US" sz="1400" dirty="0"/>
              <a:t>(a =&gt; `Title: ${</a:t>
            </a:r>
            <a:r>
              <a:rPr lang="en-US" sz="1400" dirty="0" err="1"/>
              <a:t>a.title</a:t>
            </a:r>
            <a:r>
              <a:rPr lang="en-US" sz="1400" dirty="0"/>
              <a:t>}\</a:t>
            </a:r>
            <a:r>
              <a:rPr lang="en-US" sz="1400" dirty="0" err="1"/>
              <a:t>nDescription</a:t>
            </a:r>
            <a:r>
              <a:rPr lang="en-US" sz="1400" dirty="0"/>
              <a:t>: ${</a:t>
            </a:r>
            <a:r>
              <a:rPr lang="en-US" sz="1400" dirty="0" err="1"/>
              <a:t>a.description</a:t>
            </a:r>
            <a:r>
              <a:rPr lang="en-US" sz="1400" dirty="0"/>
              <a:t>}`).join('\n\n') }}</a:t>
            </a:r>
          </a:p>
          <a:p>
            <a:pPr marL="0" lvl="0" indent="0">
              <a:buNone/>
            </a:pPr>
            <a:endParaRPr lang="en-US" sz="1400" dirty="0"/>
          </a:p>
          <a:p>
            <a:pPr marL="0" lvl="0" indent="0">
              <a:buNone/>
            </a:pPr>
            <a:endParaRPr lang="en-US" sz="1400" dirty="0"/>
          </a:p>
          <a:p>
            <a:pPr marL="0" lvl="0" indent="0">
              <a:buNone/>
            </a:pPr>
            <a:endParaRPr sz="1400" dirty="0"/>
          </a:p>
        </p:txBody>
      </p:sp>
      <p:grpSp>
        <p:nvGrpSpPr>
          <p:cNvPr id="970" name="Google Shape;970;p31">
            <a:extLst>
              <a:ext uri="{FF2B5EF4-FFF2-40B4-BE49-F238E27FC236}">
                <a16:creationId xmlns:a16="http://schemas.microsoft.com/office/drawing/2014/main" id="{5747373E-3280-6A53-3A9F-8C307145023D}"/>
              </a:ext>
            </a:extLst>
          </p:cNvPr>
          <p:cNvGrpSpPr/>
          <p:nvPr/>
        </p:nvGrpSpPr>
        <p:grpSpPr>
          <a:xfrm>
            <a:off x="7875610" y="386631"/>
            <a:ext cx="997823" cy="1575369"/>
            <a:chOff x="7230903" y="4040695"/>
            <a:chExt cx="708279" cy="1118235"/>
          </a:xfrm>
        </p:grpSpPr>
        <p:grpSp>
          <p:nvGrpSpPr>
            <p:cNvPr id="971" name="Google Shape;971;p31">
              <a:extLst>
                <a:ext uri="{FF2B5EF4-FFF2-40B4-BE49-F238E27FC236}">
                  <a16:creationId xmlns:a16="http://schemas.microsoft.com/office/drawing/2014/main" id="{48777F68-DB2A-0D21-79C9-AB23EC1E0CE4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72" name="Google Shape;972;p31">
                <a:extLst>
                  <a:ext uri="{FF2B5EF4-FFF2-40B4-BE49-F238E27FC236}">
                    <a16:creationId xmlns:a16="http://schemas.microsoft.com/office/drawing/2014/main" id="{9E48777A-73CB-9D54-B091-FF39C1D1BBCA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>
                <a:extLst>
                  <a:ext uri="{FF2B5EF4-FFF2-40B4-BE49-F238E27FC236}">
                    <a16:creationId xmlns:a16="http://schemas.microsoft.com/office/drawing/2014/main" id="{D42DA5C1-6C68-A6BC-3378-52B3782E8D7E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4" name="Google Shape;974;p31">
                <a:extLst>
                  <a:ext uri="{FF2B5EF4-FFF2-40B4-BE49-F238E27FC236}">
                    <a16:creationId xmlns:a16="http://schemas.microsoft.com/office/drawing/2014/main" id="{96107018-4204-0178-BC61-D362E207A80E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75" name="Google Shape;975;p31">
                  <a:extLst>
                    <a:ext uri="{FF2B5EF4-FFF2-40B4-BE49-F238E27FC236}">
                      <a16:creationId xmlns:a16="http://schemas.microsoft.com/office/drawing/2014/main" id="{2D7A9605-57C6-2851-9559-BC38CDCBA6FD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1">
                  <a:extLst>
                    <a:ext uri="{FF2B5EF4-FFF2-40B4-BE49-F238E27FC236}">
                      <a16:creationId xmlns:a16="http://schemas.microsoft.com/office/drawing/2014/main" id="{1A96B6B1-F175-C7BA-D0D4-3819C95AC2CC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1">
                  <a:extLst>
                    <a:ext uri="{FF2B5EF4-FFF2-40B4-BE49-F238E27FC236}">
                      <a16:creationId xmlns:a16="http://schemas.microsoft.com/office/drawing/2014/main" id="{BDA5E339-741F-80C3-3B54-A32382A5387C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31">
                  <a:extLst>
                    <a:ext uri="{FF2B5EF4-FFF2-40B4-BE49-F238E27FC236}">
                      <a16:creationId xmlns:a16="http://schemas.microsoft.com/office/drawing/2014/main" id="{3DDD096F-10E5-3D38-5E61-8EB4C2FFC67C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9" name="Google Shape;979;p31">
              <a:extLst>
                <a:ext uri="{FF2B5EF4-FFF2-40B4-BE49-F238E27FC236}">
                  <a16:creationId xmlns:a16="http://schemas.microsoft.com/office/drawing/2014/main" id="{E3F7962B-C439-9CD3-C12B-4A341E405FB0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80" name="Google Shape;980;p31">
                <a:extLst>
                  <a:ext uri="{FF2B5EF4-FFF2-40B4-BE49-F238E27FC236}">
                    <a16:creationId xmlns:a16="http://schemas.microsoft.com/office/drawing/2014/main" id="{B4A7ED11-18AD-8BC8-4EF3-71F7FD8B805B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>
                <a:extLst>
                  <a:ext uri="{FF2B5EF4-FFF2-40B4-BE49-F238E27FC236}">
                    <a16:creationId xmlns:a16="http://schemas.microsoft.com/office/drawing/2014/main" id="{1106A7AF-7FA0-81FF-A770-4C151DD98DEF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31">
                <a:extLst>
                  <a:ext uri="{FF2B5EF4-FFF2-40B4-BE49-F238E27FC236}">
                    <a16:creationId xmlns:a16="http://schemas.microsoft.com/office/drawing/2014/main" id="{907FE023-35BD-3DDC-B7DD-FD9410F15D69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83" name="Google Shape;983;p31">
                  <a:extLst>
                    <a:ext uri="{FF2B5EF4-FFF2-40B4-BE49-F238E27FC236}">
                      <a16:creationId xmlns:a16="http://schemas.microsoft.com/office/drawing/2014/main" id="{2336EF41-5A17-D4D5-9003-F87750DF037D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31">
                  <a:extLst>
                    <a:ext uri="{FF2B5EF4-FFF2-40B4-BE49-F238E27FC236}">
                      <a16:creationId xmlns:a16="http://schemas.microsoft.com/office/drawing/2014/main" id="{5F838990-410C-E9EF-BF51-28943974D0FC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31">
                  <a:extLst>
                    <a:ext uri="{FF2B5EF4-FFF2-40B4-BE49-F238E27FC236}">
                      <a16:creationId xmlns:a16="http://schemas.microsoft.com/office/drawing/2014/main" id="{18CBA867-E500-BBE1-BA66-6A159531CD5B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31">
                  <a:extLst>
                    <a:ext uri="{FF2B5EF4-FFF2-40B4-BE49-F238E27FC236}">
                      <a16:creationId xmlns:a16="http://schemas.microsoft.com/office/drawing/2014/main" id="{AE1202CC-4BA3-3F92-D6AA-145E87B400AC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87" name="Google Shape;987;p31">
              <a:extLst>
                <a:ext uri="{FF2B5EF4-FFF2-40B4-BE49-F238E27FC236}">
                  <a16:creationId xmlns:a16="http://schemas.microsoft.com/office/drawing/2014/main" id="{8690F780-A922-3CA9-4D3E-50F0A1D68E8A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31">
              <a:extLst>
                <a:ext uri="{FF2B5EF4-FFF2-40B4-BE49-F238E27FC236}">
                  <a16:creationId xmlns:a16="http://schemas.microsoft.com/office/drawing/2014/main" id="{5D9B5512-7373-9A2B-832C-9A0D57880CD2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89" name="Google Shape;989;p31">
                <a:extLst>
                  <a:ext uri="{FF2B5EF4-FFF2-40B4-BE49-F238E27FC236}">
                    <a16:creationId xmlns:a16="http://schemas.microsoft.com/office/drawing/2014/main" id="{A74099CA-4D6D-074E-A455-9278781BB746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>
                <a:extLst>
                  <a:ext uri="{FF2B5EF4-FFF2-40B4-BE49-F238E27FC236}">
                    <a16:creationId xmlns:a16="http://schemas.microsoft.com/office/drawing/2014/main" id="{AF77DE9E-1E0E-51F5-56EE-37012337B4B3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1" name="Google Shape;991;p31">
                <a:extLst>
                  <a:ext uri="{FF2B5EF4-FFF2-40B4-BE49-F238E27FC236}">
                    <a16:creationId xmlns:a16="http://schemas.microsoft.com/office/drawing/2014/main" id="{B0AC0F39-3B47-9B1F-D707-381FF3F451FF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92" name="Google Shape;992;p31">
                  <a:extLst>
                    <a:ext uri="{FF2B5EF4-FFF2-40B4-BE49-F238E27FC236}">
                      <a16:creationId xmlns:a16="http://schemas.microsoft.com/office/drawing/2014/main" id="{B3D47FC0-5564-F669-7BF6-9C21FC361859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31">
                  <a:extLst>
                    <a:ext uri="{FF2B5EF4-FFF2-40B4-BE49-F238E27FC236}">
                      <a16:creationId xmlns:a16="http://schemas.microsoft.com/office/drawing/2014/main" id="{AB5343CD-AC23-5B97-423D-A9CE995DCBB9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1">
                  <a:extLst>
                    <a:ext uri="{FF2B5EF4-FFF2-40B4-BE49-F238E27FC236}">
                      <a16:creationId xmlns:a16="http://schemas.microsoft.com/office/drawing/2014/main" id="{439518A7-0A45-4AB1-EFB8-EE9F096A2A91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31">
                  <a:extLst>
                    <a:ext uri="{FF2B5EF4-FFF2-40B4-BE49-F238E27FC236}">
                      <a16:creationId xmlns:a16="http://schemas.microsoft.com/office/drawing/2014/main" id="{B7251E41-9DEA-2339-FA1D-02796B651600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6" name="Google Shape;996;p31">
              <a:extLst>
                <a:ext uri="{FF2B5EF4-FFF2-40B4-BE49-F238E27FC236}">
                  <a16:creationId xmlns:a16="http://schemas.microsoft.com/office/drawing/2014/main" id="{4F5898F8-BADC-6019-48AE-322A34D16A47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97" name="Google Shape;997;p31">
                <a:extLst>
                  <a:ext uri="{FF2B5EF4-FFF2-40B4-BE49-F238E27FC236}">
                    <a16:creationId xmlns:a16="http://schemas.microsoft.com/office/drawing/2014/main" id="{6C74B7CC-3EBA-A815-523B-7FC82007CD80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98" name="Google Shape;998;p31">
                  <a:extLst>
                    <a:ext uri="{FF2B5EF4-FFF2-40B4-BE49-F238E27FC236}">
                      <a16:creationId xmlns:a16="http://schemas.microsoft.com/office/drawing/2014/main" id="{946F02C0-413F-F005-A8AA-23D5B386A89A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1">
                  <a:extLst>
                    <a:ext uri="{FF2B5EF4-FFF2-40B4-BE49-F238E27FC236}">
                      <a16:creationId xmlns:a16="http://schemas.microsoft.com/office/drawing/2014/main" id="{66AAB277-B44D-EA0C-07F5-07B7197B1A11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0" name="Google Shape;1000;p31">
                  <a:extLst>
                    <a:ext uri="{FF2B5EF4-FFF2-40B4-BE49-F238E27FC236}">
                      <a16:creationId xmlns:a16="http://schemas.microsoft.com/office/drawing/2014/main" id="{8A913BE1-468A-BEE3-CEE0-D82C6E2B0888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01" name="Google Shape;1001;p31">
                    <a:extLst>
                      <a:ext uri="{FF2B5EF4-FFF2-40B4-BE49-F238E27FC236}">
                        <a16:creationId xmlns:a16="http://schemas.microsoft.com/office/drawing/2014/main" id="{1EFF78D1-B248-5EE3-96C7-E4BF5653CA79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31">
                    <a:extLst>
                      <a:ext uri="{FF2B5EF4-FFF2-40B4-BE49-F238E27FC236}">
                        <a16:creationId xmlns:a16="http://schemas.microsoft.com/office/drawing/2014/main" id="{20B57DAB-84BC-19BB-A57A-4C73BDCBEB4A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31">
                    <a:extLst>
                      <a:ext uri="{FF2B5EF4-FFF2-40B4-BE49-F238E27FC236}">
                        <a16:creationId xmlns:a16="http://schemas.microsoft.com/office/drawing/2014/main" id="{E5A1D38A-6DD9-134E-5A41-3B043101DD49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31">
                    <a:extLst>
                      <a:ext uri="{FF2B5EF4-FFF2-40B4-BE49-F238E27FC236}">
                        <a16:creationId xmlns:a16="http://schemas.microsoft.com/office/drawing/2014/main" id="{61FBD2AF-3605-B487-ADF0-D1B2FC0F0BEA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5" name="Google Shape;1005;p31">
                <a:extLst>
                  <a:ext uri="{FF2B5EF4-FFF2-40B4-BE49-F238E27FC236}">
                    <a16:creationId xmlns:a16="http://schemas.microsoft.com/office/drawing/2014/main" id="{0D5E06D8-3871-BFEC-1C85-B9BA9DC7D27E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31">
              <a:extLst>
                <a:ext uri="{FF2B5EF4-FFF2-40B4-BE49-F238E27FC236}">
                  <a16:creationId xmlns:a16="http://schemas.microsoft.com/office/drawing/2014/main" id="{BC1E4290-DAED-D8CE-DAEB-9AF27FEDB1AC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07" name="Google Shape;1007;p31">
                <a:extLst>
                  <a:ext uri="{FF2B5EF4-FFF2-40B4-BE49-F238E27FC236}">
                    <a16:creationId xmlns:a16="http://schemas.microsoft.com/office/drawing/2014/main" id="{7207DD42-346E-D1C7-999A-91B1AA9DDF84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1">
                <a:extLst>
                  <a:ext uri="{FF2B5EF4-FFF2-40B4-BE49-F238E27FC236}">
                    <a16:creationId xmlns:a16="http://schemas.microsoft.com/office/drawing/2014/main" id="{33DEA0B6-F027-FE1D-3EA2-3FAAA9B7391A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9" name="Google Shape;1009;p31">
              <a:extLst>
                <a:ext uri="{FF2B5EF4-FFF2-40B4-BE49-F238E27FC236}">
                  <a16:creationId xmlns:a16="http://schemas.microsoft.com/office/drawing/2014/main" id="{A6B981D4-0755-17A8-2847-A4057A84DC33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1010" name="Google Shape;1010;p31">
                <a:extLst>
                  <a:ext uri="{FF2B5EF4-FFF2-40B4-BE49-F238E27FC236}">
                    <a16:creationId xmlns:a16="http://schemas.microsoft.com/office/drawing/2014/main" id="{C8F5FBD0-597A-239D-BAAA-1079CC3F1283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11" name="Google Shape;1011;p31">
                  <a:extLst>
                    <a:ext uri="{FF2B5EF4-FFF2-40B4-BE49-F238E27FC236}">
                      <a16:creationId xmlns:a16="http://schemas.microsoft.com/office/drawing/2014/main" id="{350A9088-166D-076F-4FBC-27666AC65D4C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31">
                  <a:extLst>
                    <a:ext uri="{FF2B5EF4-FFF2-40B4-BE49-F238E27FC236}">
                      <a16:creationId xmlns:a16="http://schemas.microsoft.com/office/drawing/2014/main" id="{0F4605EE-C76C-562B-687A-C5982E14917F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3" name="Google Shape;1013;p31">
                <a:extLst>
                  <a:ext uri="{FF2B5EF4-FFF2-40B4-BE49-F238E27FC236}">
                    <a16:creationId xmlns:a16="http://schemas.microsoft.com/office/drawing/2014/main" id="{AE931062-F2E8-B2A0-9831-056174239AF2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01941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>
          <a:extLst>
            <a:ext uri="{FF2B5EF4-FFF2-40B4-BE49-F238E27FC236}">
              <a16:creationId xmlns:a16="http://schemas.microsoft.com/office/drawing/2014/main" id="{3C47A416-2527-D933-AA3A-53B319C61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>
            <a:extLst>
              <a:ext uri="{FF2B5EF4-FFF2-40B4-BE49-F238E27FC236}">
                <a16:creationId xmlns:a16="http://schemas.microsoft.com/office/drawing/2014/main" id="{E81E43F5-4951-3274-6858-DB21897F4D30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1">
            <a:extLst>
              <a:ext uri="{FF2B5EF4-FFF2-40B4-BE49-F238E27FC236}">
                <a16:creationId xmlns:a16="http://schemas.microsoft.com/office/drawing/2014/main" id="{6C722EB4-706E-03D1-9430-4BCAC3F6A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4074" y="-154537"/>
            <a:ext cx="4768999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Discord </a:t>
            </a:r>
            <a:endParaRPr dirty="0"/>
          </a:p>
        </p:txBody>
      </p:sp>
      <p:sp>
        <p:nvSpPr>
          <p:cNvPr id="968" name="Google Shape;968;p31">
            <a:extLst>
              <a:ext uri="{FF2B5EF4-FFF2-40B4-BE49-F238E27FC236}">
                <a16:creationId xmlns:a16="http://schemas.microsoft.com/office/drawing/2014/main" id="{4AEA3A49-8097-E04D-C600-3C4CC989A51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45686" y="1029269"/>
            <a:ext cx="6074792" cy="39698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Tạo</a:t>
            </a:r>
            <a:r>
              <a:rPr lang="en-US" sz="1400" dirty="0"/>
              <a:t> </a:t>
            </a:r>
            <a:r>
              <a:rPr lang="en-US" sz="1400" dirty="0" err="1"/>
              <a:t>một</a:t>
            </a:r>
            <a:r>
              <a:rPr lang="en-US" sz="1400" dirty="0"/>
              <a:t> webhook </a:t>
            </a:r>
            <a:r>
              <a:rPr lang="en-US" sz="1400" dirty="0" err="1"/>
              <a:t>cơ</a:t>
            </a:r>
            <a:r>
              <a:rPr lang="en-US" sz="1400" dirty="0"/>
              <a:t> </a:t>
            </a:r>
            <a:r>
              <a:rPr lang="en-US" sz="1400" dirty="0" err="1"/>
              <a:t>bản</a:t>
            </a:r>
            <a:r>
              <a:rPr lang="en-US" sz="1400" dirty="0"/>
              <a:t> </a:t>
            </a:r>
            <a:r>
              <a:rPr lang="en-US" sz="1400" dirty="0" err="1"/>
              <a:t>trong</a:t>
            </a:r>
            <a:r>
              <a:rPr lang="en-US" sz="1400" dirty="0"/>
              <a:t> discord </a:t>
            </a:r>
            <a:r>
              <a:rPr lang="en-US" sz="1400" dirty="0" err="1"/>
              <a:t>với</a:t>
            </a:r>
            <a:r>
              <a:rPr lang="en-US" sz="1400" dirty="0"/>
              <a:t> </a:t>
            </a:r>
            <a:r>
              <a:rPr lang="en-US" sz="1400" dirty="0" err="1"/>
              <a:t>các</a:t>
            </a:r>
            <a:r>
              <a:rPr lang="en-US" sz="1400" dirty="0"/>
              <a:t> </a:t>
            </a:r>
            <a:r>
              <a:rPr lang="en-US" sz="1400" dirty="0" err="1"/>
              <a:t>bước</a:t>
            </a:r>
            <a:r>
              <a:rPr lang="en-US" sz="1400" dirty="0"/>
              <a:t> </a:t>
            </a:r>
            <a:r>
              <a:rPr lang="en-US" sz="1400" dirty="0" err="1"/>
              <a:t>sau</a:t>
            </a:r>
            <a:r>
              <a:rPr lang="en-US" sz="1400" dirty="0"/>
              <a:t> 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	1 . </a:t>
            </a:r>
            <a:r>
              <a:rPr lang="en-US" sz="1400" dirty="0" err="1"/>
              <a:t>Chuột</a:t>
            </a:r>
            <a:r>
              <a:rPr lang="en-US" sz="1400" dirty="0"/>
              <a:t> </a:t>
            </a:r>
            <a:r>
              <a:rPr lang="en-US" sz="1400" dirty="0" err="1"/>
              <a:t>phải</a:t>
            </a:r>
            <a:r>
              <a:rPr lang="en-US" sz="1400" dirty="0"/>
              <a:t> </a:t>
            </a:r>
            <a:r>
              <a:rPr lang="en-US" sz="1400" dirty="0" err="1"/>
              <a:t>vào</a:t>
            </a:r>
            <a:r>
              <a:rPr lang="en-US" sz="1400" dirty="0"/>
              <a:t> icon server </a:t>
            </a:r>
            <a:r>
              <a:rPr lang="en-US" sz="1400" dirty="0" err="1"/>
              <a:t>của</a:t>
            </a:r>
            <a:r>
              <a:rPr lang="en-US" sz="1400" dirty="0"/>
              <a:t> </a:t>
            </a:r>
            <a:r>
              <a:rPr lang="en-US" sz="1400" dirty="0" err="1"/>
              <a:t>người</a:t>
            </a:r>
            <a:r>
              <a:rPr lang="en-US" sz="1400" dirty="0"/>
              <a:t> </a:t>
            </a:r>
            <a:r>
              <a:rPr lang="en-US" sz="1400" dirty="0" err="1"/>
              <a:t>dùng</a:t>
            </a: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	2 . </a:t>
            </a:r>
            <a:r>
              <a:rPr lang="en-US" sz="1400" dirty="0" err="1"/>
              <a:t>Chọn</a:t>
            </a:r>
            <a:r>
              <a:rPr lang="en-US" sz="1400" dirty="0"/>
              <a:t> Sever Settings -&gt; </a:t>
            </a:r>
            <a:r>
              <a:rPr lang="en-US" sz="1400" dirty="0" err="1"/>
              <a:t>Intergration</a:t>
            </a:r>
            <a:r>
              <a:rPr lang="en-US" sz="1400" dirty="0"/>
              <a:t> -&gt; Webhooks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	3 . </a:t>
            </a:r>
            <a:r>
              <a:rPr lang="en-US" sz="1400" dirty="0" err="1"/>
              <a:t>Chọn</a:t>
            </a:r>
            <a:r>
              <a:rPr lang="en-US" sz="1400" dirty="0"/>
              <a:t> New Webhook -&gt; </a:t>
            </a:r>
            <a:r>
              <a:rPr lang="en-US" sz="1400" dirty="0" err="1"/>
              <a:t>Đặt</a:t>
            </a:r>
            <a:r>
              <a:rPr lang="en-US" sz="1400" dirty="0"/>
              <a:t> </a:t>
            </a:r>
            <a:r>
              <a:rPr lang="en-US" sz="1400" dirty="0" err="1"/>
              <a:t>tên</a:t>
            </a:r>
            <a:r>
              <a:rPr lang="en-US" sz="1400" dirty="0"/>
              <a:t> </a:t>
            </a:r>
            <a:r>
              <a:rPr lang="en-US" sz="1400" dirty="0" err="1"/>
              <a:t>và</a:t>
            </a:r>
            <a:r>
              <a:rPr lang="en-US" sz="1400" dirty="0"/>
              <a:t> copy webhook URL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Sau </a:t>
            </a:r>
            <a:r>
              <a:rPr lang="en-US" sz="1400" dirty="0" err="1"/>
              <a:t>đó</a:t>
            </a:r>
            <a:r>
              <a:rPr lang="en-US" sz="1400" dirty="0"/>
              <a:t> </a:t>
            </a:r>
            <a:r>
              <a:rPr lang="en-US" sz="1400" dirty="0" err="1"/>
              <a:t>gửi</a:t>
            </a:r>
            <a:r>
              <a:rPr lang="en-US" sz="1400" dirty="0"/>
              <a:t> </a:t>
            </a:r>
            <a:r>
              <a:rPr lang="en-US" sz="1400" dirty="0" err="1"/>
              <a:t>nội</a:t>
            </a:r>
            <a:r>
              <a:rPr lang="en-US" sz="1400" dirty="0"/>
              <a:t> dung </a:t>
            </a:r>
            <a:r>
              <a:rPr lang="en-US" sz="1400" dirty="0" err="1"/>
              <a:t>từ</a:t>
            </a:r>
            <a:r>
              <a:rPr lang="en-US" sz="1400" dirty="0"/>
              <a:t> OpenAI chatbot </a:t>
            </a:r>
            <a:r>
              <a:rPr lang="en-US" sz="1400" dirty="0" err="1"/>
              <a:t>tới</a:t>
            </a:r>
            <a:r>
              <a:rPr lang="en-US" sz="1400" dirty="0"/>
              <a:t> </a:t>
            </a:r>
            <a:r>
              <a:rPr lang="en-US" sz="1400" dirty="0" err="1"/>
              <a:t>đường</a:t>
            </a:r>
            <a:r>
              <a:rPr lang="en-US" sz="1400" dirty="0"/>
              <a:t> </a:t>
            </a:r>
            <a:r>
              <a:rPr lang="en-US" sz="1400" dirty="0" err="1"/>
              <a:t>dẫn</a:t>
            </a:r>
            <a:r>
              <a:rPr lang="en-US" sz="1400" dirty="0"/>
              <a:t> </a:t>
            </a:r>
            <a:r>
              <a:rPr lang="en-US" sz="1400" dirty="0" err="1"/>
              <a:t>đó</a:t>
            </a:r>
            <a:r>
              <a:rPr lang="en-US" sz="1400" dirty="0"/>
              <a:t>.</a:t>
            </a:r>
          </a:p>
          <a:p>
            <a:pPr marL="0" lvl="0" indent="0">
              <a:buNone/>
            </a:pPr>
            <a:endParaRPr lang="en-US" sz="1400" dirty="0"/>
          </a:p>
          <a:p>
            <a:pPr marL="0" lvl="0" indent="0">
              <a:buNone/>
            </a:pPr>
            <a:endParaRPr lang="en-US" sz="1400" dirty="0"/>
          </a:p>
          <a:p>
            <a:pPr marL="0" lvl="0" indent="0">
              <a:buNone/>
            </a:pPr>
            <a:endParaRPr sz="1400" dirty="0"/>
          </a:p>
        </p:txBody>
      </p:sp>
      <p:grpSp>
        <p:nvGrpSpPr>
          <p:cNvPr id="970" name="Google Shape;970;p31">
            <a:extLst>
              <a:ext uri="{FF2B5EF4-FFF2-40B4-BE49-F238E27FC236}">
                <a16:creationId xmlns:a16="http://schemas.microsoft.com/office/drawing/2014/main" id="{C8250A77-9551-6772-F014-7A2788845C63}"/>
              </a:ext>
            </a:extLst>
          </p:cNvPr>
          <p:cNvGrpSpPr/>
          <p:nvPr/>
        </p:nvGrpSpPr>
        <p:grpSpPr>
          <a:xfrm>
            <a:off x="7875610" y="386631"/>
            <a:ext cx="997823" cy="1575369"/>
            <a:chOff x="7230903" y="4040695"/>
            <a:chExt cx="708279" cy="1118235"/>
          </a:xfrm>
        </p:grpSpPr>
        <p:grpSp>
          <p:nvGrpSpPr>
            <p:cNvPr id="971" name="Google Shape;971;p31">
              <a:extLst>
                <a:ext uri="{FF2B5EF4-FFF2-40B4-BE49-F238E27FC236}">
                  <a16:creationId xmlns:a16="http://schemas.microsoft.com/office/drawing/2014/main" id="{B11A5A43-7EEF-94BF-815A-062FB04D5DCC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72" name="Google Shape;972;p31">
                <a:extLst>
                  <a:ext uri="{FF2B5EF4-FFF2-40B4-BE49-F238E27FC236}">
                    <a16:creationId xmlns:a16="http://schemas.microsoft.com/office/drawing/2014/main" id="{5493E0D0-1902-C6A6-7733-9E4145CAA56C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>
                <a:extLst>
                  <a:ext uri="{FF2B5EF4-FFF2-40B4-BE49-F238E27FC236}">
                    <a16:creationId xmlns:a16="http://schemas.microsoft.com/office/drawing/2014/main" id="{924BC8EA-96EA-554B-A807-F74A41ACFEEB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4" name="Google Shape;974;p31">
                <a:extLst>
                  <a:ext uri="{FF2B5EF4-FFF2-40B4-BE49-F238E27FC236}">
                    <a16:creationId xmlns:a16="http://schemas.microsoft.com/office/drawing/2014/main" id="{569238BC-8E21-5E03-518D-DD22CF3904CB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75" name="Google Shape;975;p31">
                  <a:extLst>
                    <a:ext uri="{FF2B5EF4-FFF2-40B4-BE49-F238E27FC236}">
                      <a16:creationId xmlns:a16="http://schemas.microsoft.com/office/drawing/2014/main" id="{EDD483EF-F8DE-2BA3-8C27-A78174FB1AAD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1">
                  <a:extLst>
                    <a:ext uri="{FF2B5EF4-FFF2-40B4-BE49-F238E27FC236}">
                      <a16:creationId xmlns:a16="http://schemas.microsoft.com/office/drawing/2014/main" id="{A5EA227A-9DBD-CC64-AA37-06F9BE77EEB2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1">
                  <a:extLst>
                    <a:ext uri="{FF2B5EF4-FFF2-40B4-BE49-F238E27FC236}">
                      <a16:creationId xmlns:a16="http://schemas.microsoft.com/office/drawing/2014/main" id="{8711C6CF-08EF-73F5-77F5-348D51526CC4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31">
                  <a:extLst>
                    <a:ext uri="{FF2B5EF4-FFF2-40B4-BE49-F238E27FC236}">
                      <a16:creationId xmlns:a16="http://schemas.microsoft.com/office/drawing/2014/main" id="{0BFE96FF-8E29-6FB7-5071-AA6F3240FF44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9" name="Google Shape;979;p31">
              <a:extLst>
                <a:ext uri="{FF2B5EF4-FFF2-40B4-BE49-F238E27FC236}">
                  <a16:creationId xmlns:a16="http://schemas.microsoft.com/office/drawing/2014/main" id="{1416DCE3-D554-61F3-C505-D0579A974EDF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80" name="Google Shape;980;p31">
                <a:extLst>
                  <a:ext uri="{FF2B5EF4-FFF2-40B4-BE49-F238E27FC236}">
                    <a16:creationId xmlns:a16="http://schemas.microsoft.com/office/drawing/2014/main" id="{378F457C-001C-B7A8-D6C1-4DB2E12AFBB4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>
                <a:extLst>
                  <a:ext uri="{FF2B5EF4-FFF2-40B4-BE49-F238E27FC236}">
                    <a16:creationId xmlns:a16="http://schemas.microsoft.com/office/drawing/2014/main" id="{D6AA3A2E-B2CF-9696-3DA7-C7A113B56B2F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31">
                <a:extLst>
                  <a:ext uri="{FF2B5EF4-FFF2-40B4-BE49-F238E27FC236}">
                    <a16:creationId xmlns:a16="http://schemas.microsoft.com/office/drawing/2014/main" id="{C87B43B2-C881-D8AA-D711-F9BCBC484B4E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83" name="Google Shape;983;p31">
                  <a:extLst>
                    <a:ext uri="{FF2B5EF4-FFF2-40B4-BE49-F238E27FC236}">
                      <a16:creationId xmlns:a16="http://schemas.microsoft.com/office/drawing/2014/main" id="{FC25268B-07E1-8F6F-CD1F-2CF025A4BC5A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31">
                  <a:extLst>
                    <a:ext uri="{FF2B5EF4-FFF2-40B4-BE49-F238E27FC236}">
                      <a16:creationId xmlns:a16="http://schemas.microsoft.com/office/drawing/2014/main" id="{5856DBA7-C17B-99FF-9B59-7EC65AABB10F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31">
                  <a:extLst>
                    <a:ext uri="{FF2B5EF4-FFF2-40B4-BE49-F238E27FC236}">
                      <a16:creationId xmlns:a16="http://schemas.microsoft.com/office/drawing/2014/main" id="{89A7AFA8-0AF7-9ADE-6D30-EEDF36ECB8C4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31">
                  <a:extLst>
                    <a:ext uri="{FF2B5EF4-FFF2-40B4-BE49-F238E27FC236}">
                      <a16:creationId xmlns:a16="http://schemas.microsoft.com/office/drawing/2014/main" id="{948FC2E2-E6AD-419D-08B0-749E2A7DD650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87" name="Google Shape;987;p31">
              <a:extLst>
                <a:ext uri="{FF2B5EF4-FFF2-40B4-BE49-F238E27FC236}">
                  <a16:creationId xmlns:a16="http://schemas.microsoft.com/office/drawing/2014/main" id="{B7C5E181-5374-4368-604A-07D96604D5D7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31">
              <a:extLst>
                <a:ext uri="{FF2B5EF4-FFF2-40B4-BE49-F238E27FC236}">
                  <a16:creationId xmlns:a16="http://schemas.microsoft.com/office/drawing/2014/main" id="{2D7D40AE-6713-7231-4CCE-95445A45F3B6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89" name="Google Shape;989;p31">
                <a:extLst>
                  <a:ext uri="{FF2B5EF4-FFF2-40B4-BE49-F238E27FC236}">
                    <a16:creationId xmlns:a16="http://schemas.microsoft.com/office/drawing/2014/main" id="{00AC8A57-F9BB-645A-EFC3-796E0FE33F13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>
                <a:extLst>
                  <a:ext uri="{FF2B5EF4-FFF2-40B4-BE49-F238E27FC236}">
                    <a16:creationId xmlns:a16="http://schemas.microsoft.com/office/drawing/2014/main" id="{DCD35333-0491-589A-B7E4-10D81941AB42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1" name="Google Shape;991;p31">
                <a:extLst>
                  <a:ext uri="{FF2B5EF4-FFF2-40B4-BE49-F238E27FC236}">
                    <a16:creationId xmlns:a16="http://schemas.microsoft.com/office/drawing/2014/main" id="{E64240FB-30D7-2D7D-64BC-AB4DD48C16D7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92" name="Google Shape;992;p31">
                  <a:extLst>
                    <a:ext uri="{FF2B5EF4-FFF2-40B4-BE49-F238E27FC236}">
                      <a16:creationId xmlns:a16="http://schemas.microsoft.com/office/drawing/2014/main" id="{89EDB06E-0C4E-4256-E042-CD32584BCF74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31">
                  <a:extLst>
                    <a:ext uri="{FF2B5EF4-FFF2-40B4-BE49-F238E27FC236}">
                      <a16:creationId xmlns:a16="http://schemas.microsoft.com/office/drawing/2014/main" id="{21F4134D-071C-0D33-3AC4-809F15BA239A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1">
                  <a:extLst>
                    <a:ext uri="{FF2B5EF4-FFF2-40B4-BE49-F238E27FC236}">
                      <a16:creationId xmlns:a16="http://schemas.microsoft.com/office/drawing/2014/main" id="{6BF6A09F-8D6E-C30D-A0C3-AEEFAB799106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31">
                  <a:extLst>
                    <a:ext uri="{FF2B5EF4-FFF2-40B4-BE49-F238E27FC236}">
                      <a16:creationId xmlns:a16="http://schemas.microsoft.com/office/drawing/2014/main" id="{A753F66F-ED4E-373F-4EE7-3D0F96445DB7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6" name="Google Shape;996;p31">
              <a:extLst>
                <a:ext uri="{FF2B5EF4-FFF2-40B4-BE49-F238E27FC236}">
                  <a16:creationId xmlns:a16="http://schemas.microsoft.com/office/drawing/2014/main" id="{A30043CA-2B3F-BDDA-D719-DC4651E6F3DB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97" name="Google Shape;997;p31">
                <a:extLst>
                  <a:ext uri="{FF2B5EF4-FFF2-40B4-BE49-F238E27FC236}">
                    <a16:creationId xmlns:a16="http://schemas.microsoft.com/office/drawing/2014/main" id="{48C40EFC-0052-40F7-A30E-02E8699D0489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98" name="Google Shape;998;p31">
                  <a:extLst>
                    <a:ext uri="{FF2B5EF4-FFF2-40B4-BE49-F238E27FC236}">
                      <a16:creationId xmlns:a16="http://schemas.microsoft.com/office/drawing/2014/main" id="{749BAB25-01D2-517C-701D-616A6365797B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1">
                  <a:extLst>
                    <a:ext uri="{FF2B5EF4-FFF2-40B4-BE49-F238E27FC236}">
                      <a16:creationId xmlns:a16="http://schemas.microsoft.com/office/drawing/2014/main" id="{D6E30070-48E4-BF7D-F796-6B13656F7CD5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0" name="Google Shape;1000;p31">
                  <a:extLst>
                    <a:ext uri="{FF2B5EF4-FFF2-40B4-BE49-F238E27FC236}">
                      <a16:creationId xmlns:a16="http://schemas.microsoft.com/office/drawing/2014/main" id="{37C46E47-D780-B5F4-9F4E-63D35A6702BD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01" name="Google Shape;1001;p31">
                    <a:extLst>
                      <a:ext uri="{FF2B5EF4-FFF2-40B4-BE49-F238E27FC236}">
                        <a16:creationId xmlns:a16="http://schemas.microsoft.com/office/drawing/2014/main" id="{1F98D948-9A22-A54E-45AF-8BD38ABA9B2B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31">
                    <a:extLst>
                      <a:ext uri="{FF2B5EF4-FFF2-40B4-BE49-F238E27FC236}">
                        <a16:creationId xmlns:a16="http://schemas.microsoft.com/office/drawing/2014/main" id="{2B6914A6-DBE1-9125-61E4-8A667A58BE12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31">
                    <a:extLst>
                      <a:ext uri="{FF2B5EF4-FFF2-40B4-BE49-F238E27FC236}">
                        <a16:creationId xmlns:a16="http://schemas.microsoft.com/office/drawing/2014/main" id="{7D29DE58-97D0-D816-7998-FBD9779C3BDB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31">
                    <a:extLst>
                      <a:ext uri="{FF2B5EF4-FFF2-40B4-BE49-F238E27FC236}">
                        <a16:creationId xmlns:a16="http://schemas.microsoft.com/office/drawing/2014/main" id="{ECCD3BAB-4CCE-2CB3-22D5-7394CEE1210D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5" name="Google Shape;1005;p31">
                <a:extLst>
                  <a:ext uri="{FF2B5EF4-FFF2-40B4-BE49-F238E27FC236}">
                    <a16:creationId xmlns:a16="http://schemas.microsoft.com/office/drawing/2014/main" id="{EB7E0675-792F-5CF6-214B-8C81B37F8EB8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31">
              <a:extLst>
                <a:ext uri="{FF2B5EF4-FFF2-40B4-BE49-F238E27FC236}">
                  <a16:creationId xmlns:a16="http://schemas.microsoft.com/office/drawing/2014/main" id="{B34A3C32-0A26-78C3-B6A1-86455EE2BFA0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07" name="Google Shape;1007;p31">
                <a:extLst>
                  <a:ext uri="{FF2B5EF4-FFF2-40B4-BE49-F238E27FC236}">
                    <a16:creationId xmlns:a16="http://schemas.microsoft.com/office/drawing/2014/main" id="{4A975F8D-153A-81F7-0038-BA9FF8E3AA44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1">
                <a:extLst>
                  <a:ext uri="{FF2B5EF4-FFF2-40B4-BE49-F238E27FC236}">
                    <a16:creationId xmlns:a16="http://schemas.microsoft.com/office/drawing/2014/main" id="{BD9180D4-0919-962C-C41F-6078D7FB52AF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9" name="Google Shape;1009;p31">
              <a:extLst>
                <a:ext uri="{FF2B5EF4-FFF2-40B4-BE49-F238E27FC236}">
                  <a16:creationId xmlns:a16="http://schemas.microsoft.com/office/drawing/2014/main" id="{E3F6338E-0059-4B71-E028-82BF1F831B1E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1010" name="Google Shape;1010;p31">
                <a:extLst>
                  <a:ext uri="{FF2B5EF4-FFF2-40B4-BE49-F238E27FC236}">
                    <a16:creationId xmlns:a16="http://schemas.microsoft.com/office/drawing/2014/main" id="{E6EF0DDC-BEFC-552C-08A0-97DF0DB47B4E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11" name="Google Shape;1011;p31">
                  <a:extLst>
                    <a:ext uri="{FF2B5EF4-FFF2-40B4-BE49-F238E27FC236}">
                      <a16:creationId xmlns:a16="http://schemas.microsoft.com/office/drawing/2014/main" id="{D51961EA-A75E-6452-5ED2-B0D24E495FE9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31">
                  <a:extLst>
                    <a:ext uri="{FF2B5EF4-FFF2-40B4-BE49-F238E27FC236}">
                      <a16:creationId xmlns:a16="http://schemas.microsoft.com/office/drawing/2014/main" id="{C9E82353-F1FD-9A9E-3682-8D3D9C6EB4D6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3" name="Google Shape;1013;p31">
                <a:extLst>
                  <a:ext uri="{FF2B5EF4-FFF2-40B4-BE49-F238E27FC236}">
                    <a16:creationId xmlns:a16="http://schemas.microsoft.com/office/drawing/2014/main" id="{A03D9CF3-5880-E9C5-82AF-EC44C4D51DA8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89C2291-DD54-04D7-9B1F-FBD78BEAC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522" y="2173588"/>
            <a:ext cx="4624233" cy="194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439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>
          <a:extLst>
            <a:ext uri="{FF2B5EF4-FFF2-40B4-BE49-F238E27FC236}">
              <a16:creationId xmlns:a16="http://schemas.microsoft.com/office/drawing/2014/main" id="{68F51D09-F354-2A4D-54ED-41DEF8CAD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>
            <a:extLst>
              <a:ext uri="{FF2B5EF4-FFF2-40B4-BE49-F238E27FC236}">
                <a16:creationId xmlns:a16="http://schemas.microsoft.com/office/drawing/2014/main" id="{0F748522-CE19-D628-7B1E-80CB9183B4AD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1">
            <a:extLst>
              <a:ext uri="{FF2B5EF4-FFF2-40B4-BE49-F238E27FC236}">
                <a16:creationId xmlns:a16="http://schemas.microsoft.com/office/drawing/2014/main" id="{30B16D89-42BD-E515-07B6-4371809969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4074" y="-154537"/>
            <a:ext cx="4768999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Ngrok</a:t>
            </a:r>
            <a:endParaRPr dirty="0"/>
          </a:p>
        </p:txBody>
      </p:sp>
      <p:sp>
        <p:nvSpPr>
          <p:cNvPr id="968" name="Google Shape;968;p31">
            <a:extLst>
              <a:ext uri="{FF2B5EF4-FFF2-40B4-BE49-F238E27FC236}">
                <a16:creationId xmlns:a16="http://schemas.microsoft.com/office/drawing/2014/main" id="{562B0673-0C4D-64FD-0549-E528E0A1675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45686" y="1029269"/>
            <a:ext cx="6074792" cy="39698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Sử</a:t>
            </a:r>
            <a:r>
              <a:rPr lang="en-US" sz="1400" dirty="0"/>
              <a:t> </a:t>
            </a:r>
            <a:r>
              <a:rPr lang="en-US" sz="1400" dirty="0" err="1"/>
              <a:t>dụng</a:t>
            </a:r>
            <a:r>
              <a:rPr lang="en-US" sz="1400" dirty="0"/>
              <a:t> </a:t>
            </a:r>
            <a:r>
              <a:rPr lang="en-US" sz="1400" dirty="0" err="1"/>
              <a:t>Ngrok</a:t>
            </a:r>
            <a:r>
              <a:rPr lang="en-US" sz="1400" dirty="0"/>
              <a:t> </a:t>
            </a:r>
            <a:r>
              <a:rPr lang="en-US" sz="1400" dirty="0" err="1"/>
              <a:t>để</a:t>
            </a:r>
            <a:r>
              <a:rPr lang="en-US" sz="1400" dirty="0"/>
              <a:t> expose webhook ban </a:t>
            </a:r>
            <a:r>
              <a:rPr lang="en-US" sz="1400" dirty="0" err="1"/>
              <a:t>đầu</a:t>
            </a:r>
            <a:r>
              <a:rPr lang="en-US" sz="1400" dirty="0"/>
              <a:t> ở local </a:t>
            </a:r>
            <a:r>
              <a:rPr lang="en-US" sz="1400" dirty="0" err="1"/>
              <a:t>ra</a:t>
            </a:r>
            <a:r>
              <a:rPr lang="en-US" sz="1400" dirty="0"/>
              <a:t> </a:t>
            </a:r>
            <a:r>
              <a:rPr lang="en-US" sz="1400" dirty="0" err="1"/>
              <a:t>ngoài</a:t>
            </a:r>
            <a:r>
              <a:rPr lang="en-US" sz="1400" dirty="0"/>
              <a:t> </a:t>
            </a:r>
            <a:r>
              <a:rPr lang="en-US" sz="1400" dirty="0" err="1"/>
              <a:t>và</a:t>
            </a:r>
            <a:r>
              <a:rPr lang="en-US" sz="1400" dirty="0"/>
              <a:t> </a:t>
            </a:r>
            <a:r>
              <a:rPr lang="en-US" sz="1400" dirty="0" err="1"/>
              <a:t>gửi</a:t>
            </a:r>
            <a:r>
              <a:rPr lang="en-US" sz="1400" dirty="0"/>
              <a:t> </a:t>
            </a:r>
            <a:r>
              <a:rPr lang="en-US" sz="1400" dirty="0" err="1"/>
              <a:t>lệnh</a:t>
            </a:r>
            <a:r>
              <a:rPr lang="en-US" sz="1400" dirty="0"/>
              <a:t> </a:t>
            </a:r>
            <a:r>
              <a:rPr lang="en-US" sz="1400" dirty="0" err="1"/>
              <a:t>tới</a:t>
            </a:r>
            <a:r>
              <a:rPr lang="en-US" sz="1400" dirty="0"/>
              <a:t> </a:t>
            </a:r>
            <a:r>
              <a:rPr lang="en-US" sz="1400" dirty="0" err="1"/>
              <a:t>đó</a:t>
            </a:r>
            <a:r>
              <a:rPr lang="en-US" sz="1400" dirty="0"/>
              <a:t> </a:t>
            </a:r>
            <a:r>
              <a:rPr lang="en-US" sz="1400" dirty="0" err="1"/>
              <a:t>thông</a:t>
            </a:r>
            <a:r>
              <a:rPr lang="en-US" sz="1400" dirty="0"/>
              <a:t> qua terminal 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>
              <a:buNone/>
            </a:pPr>
            <a:r>
              <a:rPr lang="en-US" dirty="0" err="1"/>
              <a:t>iwr</a:t>
            </a:r>
            <a:r>
              <a:rPr lang="en-US" dirty="0"/>
              <a:t> -Method POST https://pyrrolic-valeri-unpitied.ngrok-free.dev/webhook-test/get-news -</a:t>
            </a:r>
            <a:r>
              <a:rPr lang="en-US" dirty="0" err="1"/>
              <a:t>ContentType</a:t>
            </a:r>
            <a:r>
              <a:rPr lang="en-US" dirty="0"/>
              <a:t> "application/</a:t>
            </a:r>
            <a:r>
              <a:rPr lang="en-US" dirty="0" err="1"/>
              <a:t>json</a:t>
            </a:r>
            <a:r>
              <a:rPr lang="en-US" dirty="0"/>
              <a:t>" -Body '{"</a:t>
            </a:r>
            <a:r>
              <a:rPr lang="en-US" dirty="0" err="1"/>
              <a:t>message":"get</a:t>
            </a:r>
            <a:r>
              <a:rPr lang="en-US" dirty="0"/>
              <a:t> tech and world news"}’</a:t>
            </a:r>
          </a:p>
          <a:p>
            <a:pPr marL="0" lvl="0" indent="0">
              <a:buNone/>
            </a:pPr>
            <a:endParaRPr lang="en-US" sz="1400" dirty="0"/>
          </a:p>
          <a:p>
            <a:pPr marL="0" lvl="0" indent="0">
              <a:buNone/>
            </a:pPr>
            <a:r>
              <a:rPr lang="en-US" sz="1400" dirty="0" err="1"/>
              <a:t>Kết</a:t>
            </a:r>
            <a:r>
              <a:rPr lang="en-US" sz="1400" dirty="0"/>
              <a:t> </a:t>
            </a:r>
            <a:r>
              <a:rPr lang="en-US" sz="1400" dirty="0" err="1"/>
              <a:t>quả</a:t>
            </a:r>
            <a:r>
              <a:rPr lang="en-US" sz="1400" dirty="0"/>
              <a:t> </a:t>
            </a:r>
            <a:r>
              <a:rPr lang="en-US" sz="1400" dirty="0" err="1"/>
              <a:t>được</a:t>
            </a:r>
            <a:r>
              <a:rPr lang="en-US" sz="1400" dirty="0"/>
              <a:t> </a:t>
            </a:r>
            <a:r>
              <a:rPr lang="en-US" sz="1400" dirty="0" err="1"/>
              <a:t>gửi</a:t>
            </a:r>
            <a:r>
              <a:rPr lang="en-US" sz="1400" dirty="0"/>
              <a:t> </a:t>
            </a:r>
            <a:r>
              <a:rPr lang="en-US" sz="1400" dirty="0" err="1"/>
              <a:t>đến</a:t>
            </a:r>
            <a:r>
              <a:rPr lang="en-US" sz="1400" dirty="0"/>
              <a:t> </a:t>
            </a:r>
            <a:r>
              <a:rPr lang="en-US" sz="1400" dirty="0" err="1"/>
              <a:t>như</a:t>
            </a:r>
            <a:r>
              <a:rPr lang="en-US" sz="1400" dirty="0"/>
              <a:t> </a:t>
            </a:r>
            <a:r>
              <a:rPr lang="en-US" sz="1400" dirty="0" err="1"/>
              <a:t>sau</a:t>
            </a:r>
            <a:r>
              <a:rPr lang="en-US" sz="1400" dirty="0"/>
              <a:t> : </a:t>
            </a:r>
          </a:p>
          <a:p>
            <a:pPr marL="0" lvl="0" indent="0"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>
              <a:buNone/>
            </a:pPr>
            <a:endParaRPr lang="en-US" sz="1400" dirty="0"/>
          </a:p>
          <a:p>
            <a:pPr marL="0" lvl="0" indent="0">
              <a:buNone/>
            </a:pPr>
            <a:endParaRPr lang="en-US" sz="1400" dirty="0"/>
          </a:p>
          <a:p>
            <a:pPr marL="0" lvl="0" indent="0">
              <a:buNone/>
            </a:pPr>
            <a:endParaRPr sz="1400" dirty="0"/>
          </a:p>
        </p:txBody>
      </p:sp>
      <p:grpSp>
        <p:nvGrpSpPr>
          <p:cNvPr id="970" name="Google Shape;970;p31">
            <a:extLst>
              <a:ext uri="{FF2B5EF4-FFF2-40B4-BE49-F238E27FC236}">
                <a16:creationId xmlns:a16="http://schemas.microsoft.com/office/drawing/2014/main" id="{21BA2A0A-CDB2-44FB-AFA7-F508793F5F86}"/>
              </a:ext>
            </a:extLst>
          </p:cNvPr>
          <p:cNvGrpSpPr/>
          <p:nvPr/>
        </p:nvGrpSpPr>
        <p:grpSpPr>
          <a:xfrm>
            <a:off x="7875610" y="386631"/>
            <a:ext cx="997823" cy="1575369"/>
            <a:chOff x="7230903" y="4040695"/>
            <a:chExt cx="708279" cy="1118235"/>
          </a:xfrm>
        </p:grpSpPr>
        <p:grpSp>
          <p:nvGrpSpPr>
            <p:cNvPr id="971" name="Google Shape;971;p31">
              <a:extLst>
                <a:ext uri="{FF2B5EF4-FFF2-40B4-BE49-F238E27FC236}">
                  <a16:creationId xmlns:a16="http://schemas.microsoft.com/office/drawing/2014/main" id="{86902760-6111-CBA0-3858-1072BFFB0252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72" name="Google Shape;972;p31">
                <a:extLst>
                  <a:ext uri="{FF2B5EF4-FFF2-40B4-BE49-F238E27FC236}">
                    <a16:creationId xmlns:a16="http://schemas.microsoft.com/office/drawing/2014/main" id="{248D56A5-6A93-5FB4-4F51-9B5BB0EEACF5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>
                <a:extLst>
                  <a:ext uri="{FF2B5EF4-FFF2-40B4-BE49-F238E27FC236}">
                    <a16:creationId xmlns:a16="http://schemas.microsoft.com/office/drawing/2014/main" id="{B8B15EBC-E3B3-97FB-CB33-4D097C17D40D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4" name="Google Shape;974;p31">
                <a:extLst>
                  <a:ext uri="{FF2B5EF4-FFF2-40B4-BE49-F238E27FC236}">
                    <a16:creationId xmlns:a16="http://schemas.microsoft.com/office/drawing/2014/main" id="{1BD1ECEC-FA35-14AB-5CB0-6C3839E6952E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75" name="Google Shape;975;p31">
                  <a:extLst>
                    <a:ext uri="{FF2B5EF4-FFF2-40B4-BE49-F238E27FC236}">
                      <a16:creationId xmlns:a16="http://schemas.microsoft.com/office/drawing/2014/main" id="{DE67C2A5-E0C1-542E-6ABE-A18E4C1B8BAB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1">
                  <a:extLst>
                    <a:ext uri="{FF2B5EF4-FFF2-40B4-BE49-F238E27FC236}">
                      <a16:creationId xmlns:a16="http://schemas.microsoft.com/office/drawing/2014/main" id="{8558DFEB-BDF4-66AD-034F-AFACB13C5EA2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1">
                  <a:extLst>
                    <a:ext uri="{FF2B5EF4-FFF2-40B4-BE49-F238E27FC236}">
                      <a16:creationId xmlns:a16="http://schemas.microsoft.com/office/drawing/2014/main" id="{DCDF5968-FFE5-2EE1-93F6-E8E2EE2A2C4E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31">
                  <a:extLst>
                    <a:ext uri="{FF2B5EF4-FFF2-40B4-BE49-F238E27FC236}">
                      <a16:creationId xmlns:a16="http://schemas.microsoft.com/office/drawing/2014/main" id="{3945D36A-EEC4-1C0B-FFB4-2848741A8125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9" name="Google Shape;979;p31">
              <a:extLst>
                <a:ext uri="{FF2B5EF4-FFF2-40B4-BE49-F238E27FC236}">
                  <a16:creationId xmlns:a16="http://schemas.microsoft.com/office/drawing/2014/main" id="{CFC530DE-35F7-234E-DC4F-6E2B10D33BE5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80" name="Google Shape;980;p31">
                <a:extLst>
                  <a:ext uri="{FF2B5EF4-FFF2-40B4-BE49-F238E27FC236}">
                    <a16:creationId xmlns:a16="http://schemas.microsoft.com/office/drawing/2014/main" id="{C4FE82F6-9B5D-4330-DA5F-82D9D1D47B8D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>
                <a:extLst>
                  <a:ext uri="{FF2B5EF4-FFF2-40B4-BE49-F238E27FC236}">
                    <a16:creationId xmlns:a16="http://schemas.microsoft.com/office/drawing/2014/main" id="{780D4CBD-258E-0F0D-F405-41CC5717D3C9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31">
                <a:extLst>
                  <a:ext uri="{FF2B5EF4-FFF2-40B4-BE49-F238E27FC236}">
                    <a16:creationId xmlns:a16="http://schemas.microsoft.com/office/drawing/2014/main" id="{826E5B5F-5C7E-4CF0-738F-BD972E00235C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83" name="Google Shape;983;p31">
                  <a:extLst>
                    <a:ext uri="{FF2B5EF4-FFF2-40B4-BE49-F238E27FC236}">
                      <a16:creationId xmlns:a16="http://schemas.microsoft.com/office/drawing/2014/main" id="{0783D910-83AC-3F7E-243D-F06C74947C77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31">
                  <a:extLst>
                    <a:ext uri="{FF2B5EF4-FFF2-40B4-BE49-F238E27FC236}">
                      <a16:creationId xmlns:a16="http://schemas.microsoft.com/office/drawing/2014/main" id="{742D3B27-AF10-F3A5-E6EA-C99CF2C72CEF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31">
                  <a:extLst>
                    <a:ext uri="{FF2B5EF4-FFF2-40B4-BE49-F238E27FC236}">
                      <a16:creationId xmlns:a16="http://schemas.microsoft.com/office/drawing/2014/main" id="{0AB05C28-6B07-E9C5-4929-0B62B54542B4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31">
                  <a:extLst>
                    <a:ext uri="{FF2B5EF4-FFF2-40B4-BE49-F238E27FC236}">
                      <a16:creationId xmlns:a16="http://schemas.microsoft.com/office/drawing/2014/main" id="{ADEB9C2F-0AC0-8D3E-5501-8D28E56E68BF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87" name="Google Shape;987;p31">
              <a:extLst>
                <a:ext uri="{FF2B5EF4-FFF2-40B4-BE49-F238E27FC236}">
                  <a16:creationId xmlns:a16="http://schemas.microsoft.com/office/drawing/2014/main" id="{73B439A6-E170-98DC-282B-0DEAE0F0BAAB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31">
              <a:extLst>
                <a:ext uri="{FF2B5EF4-FFF2-40B4-BE49-F238E27FC236}">
                  <a16:creationId xmlns:a16="http://schemas.microsoft.com/office/drawing/2014/main" id="{E40BDC80-2AFD-B269-8919-B49751285AA7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89" name="Google Shape;989;p31">
                <a:extLst>
                  <a:ext uri="{FF2B5EF4-FFF2-40B4-BE49-F238E27FC236}">
                    <a16:creationId xmlns:a16="http://schemas.microsoft.com/office/drawing/2014/main" id="{8A3C3687-2F8B-18BE-5BD3-1E399DE8DEDA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>
                <a:extLst>
                  <a:ext uri="{FF2B5EF4-FFF2-40B4-BE49-F238E27FC236}">
                    <a16:creationId xmlns:a16="http://schemas.microsoft.com/office/drawing/2014/main" id="{AA10FA7D-BB30-79B5-251A-B122371E0D8E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1" name="Google Shape;991;p31">
                <a:extLst>
                  <a:ext uri="{FF2B5EF4-FFF2-40B4-BE49-F238E27FC236}">
                    <a16:creationId xmlns:a16="http://schemas.microsoft.com/office/drawing/2014/main" id="{FA4DFCD3-972B-2BE5-82E5-4B1B3EF0BBFD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92" name="Google Shape;992;p31">
                  <a:extLst>
                    <a:ext uri="{FF2B5EF4-FFF2-40B4-BE49-F238E27FC236}">
                      <a16:creationId xmlns:a16="http://schemas.microsoft.com/office/drawing/2014/main" id="{5054FF5A-DACB-1FA9-21BA-F682EBD6C7C0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31">
                  <a:extLst>
                    <a:ext uri="{FF2B5EF4-FFF2-40B4-BE49-F238E27FC236}">
                      <a16:creationId xmlns:a16="http://schemas.microsoft.com/office/drawing/2014/main" id="{963D05AD-B258-3E74-CDDB-B8955D205798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1">
                  <a:extLst>
                    <a:ext uri="{FF2B5EF4-FFF2-40B4-BE49-F238E27FC236}">
                      <a16:creationId xmlns:a16="http://schemas.microsoft.com/office/drawing/2014/main" id="{B5223CAC-3ABD-D3B5-02F0-6FC3A2A50BDA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31">
                  <a:extLst>
                    <a:ext uri="{FF2B5EF4-FFF2-40B4-BE49-F238E27FC236}">
                      <a16:creationId xmlns:a16="http://schemas.microsoft.com/office/drawing/2014/main" id="{8E17B7F5-4191-4038-44D3-9D575C5A3ECC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6" name="Google Shape;996;p31">
              <a:extLst>
                <a:ext uri="{FF2B5EF4-FFF2-40B4-BE49-F238E27FC236}">
                  <a16:creationId xmlns:a16="http://schemas.microsoft.com/office/drawing/2014/main" id="{3BC1F795-3B9F-1DC4-4A49-EAAF9C4FCBB4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97" name="Google Shape;997;p31">
                <a:extLst>
                  <a:ext uri="{FF2B5EF4-FFF2-40B4-BE49-F238E27FC236}">
                    <a16:creationId xmlns:a16="http://schemas.microsoft.com/office/drawing/2014/main" id="{845E80C5-4BD6-848D-7C0D-0637CC3C3343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98" name="Google Shape;998;p31">
                  <a:extLst>
                    <a:ext uri="{FF2B5EF4-FFF2-40B4-BE49-F238E27FC236}">
                      <a16:creationId xmlns:a16="http://schemas.microsoft.com/office/drawing/2014/main" id="{EBA6CE3D-59CA-4896-6E2A-6EB2F6E6A253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1">
                  <a:extLst>
                    <a:ext uri="{FF2B5EF4-FFF2-40B4-BE49-F238E27FC236}">
                      <a16:creationId xmlns:a16="http://schemas.microsoft.com/office/drawing/2014/main" id="{050C67DA-6517-2CA1-4AB1-90F937701F79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0" name="Google Shape;1000;p31">
                  <a:extLst>
                    <a:ext uri="{FF2B5EF4-FFF2-40B4-BE49-F238E27FC236}">
                      <a16:creationId xmlns:a16="http://schemas.microsoft.com/office/drawing/2014/main" id="{1E4FF7C4-0DAE-4C82-8551-9BA1827CF374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01" name="Google Shape;1001;p31">
                    <a:extLst>
                      <a:ext uri="{FF2B5EF4-FFF2-40B4-BE49-F238E27FC236}">
                        <a16:creationId xmlns:a16="http://schemas.microsoft.com/office/drawing/2014/main" id="{B3EC7B59-D781-6AC8-419D-43B6670A4338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31">
                    <a:extLst>
                      <a:ext uri="{FF2B5EF4-FFF2-40B4-BE49-F238E27FC236}">
                        <a16:creationId xmlns:a16="http://schemas.microsoft.com/office/drawing/2014/main" id="{4DDCCC0C-8481-9A21-02C0-7DC4CB3592B7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31">
                    <a:extLst>
                      <a:ext uri="{FF2B5EF4-FFF2-40B4-BE49-F238E27FC236}">
                        <a16:creationId xmlns:a16="http://schemas.microsoft.com/office/drawing/2014/main" id="{9ACF3A01-AB1E-3594-2002-A891A4E27A28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31">
                    <a:extLst>
                      <a:ext uri="{FF2B5EF4-FFF2-40B4-BE49-F238E27FC236}">
                        <a16:creationId xmlns:a16="http://schemas.microsoft.com/office/drawing/2014/main" id="{0B25499D-5F10-CECC-5583-BF54F767A04B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5" name="Google Shape;1005;p31">
                <a:extLst>
                  <a:ext uri="{FF2B5EF4-FFF2-40B4-BE49-F238E27FC236}">
                    <a16:creationId xmlns:a16="http://schemas.microsoft.com/office/drawing/2014/main" id="{397605C6-24A9-CBF3-30B1-A25A69657D56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31">
              <a:extLst>
                <a:ext uri="{FF2B5EF4-FFF2-40B4-BE49-F238E27FC236}">
                  <a16:creationId xmlns:a16="http://schemas.microsoft.com/office/drawing/2014/main" id="{61B5BD11-0AB0-D679-AB05-C6D30E26650F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07" name="Google Shape;1007;p31">
                <a:extLst>
                  <a:ext uri="{FF2B5EF4-FFF2-40B4-BE49-F238E27FC236}">
                    <a16:creationId xmlns:a16="http://schemas.microsoft.com/office/drawing/2014/main" id="{F011A7D9-2046-9BA5-6174-2975B26CF97F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1">
                <a:extLst>
                  <a:ext uri="{FF2B5EF4-FFF2-40B4-BE49-F238E27FC236}">
                    <a16:creationId xmlns:a16="http://schemas.microsoft.com/office/drawing/2014/main" id="{53509C8F-E0B6-CE45-7357-431E56CF1758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9" name="Google Shape;1009;p31">
              <a:extLst>
                <a:ext uri="{FF2B5EF4-FFF2-40B4-BE49-F238E27FC236}">
                  <a16:creationId xmlns:a16="http://schemas.microsoft.com/office/drawing/2014/main" id="{2E765086-9B48-9CBE-2437-A6EA33455320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1010" name="Google Shape;1010;p31">
                <a:extLst>
                  <a:ext uri="{FF2B5EF4-FFF2-40B4-BE49-F238E27FC236}">
                    <a16:creationId xmlns:a16="http://schemas.microsoft.com/office/drawing/2014/main" id="{F077F2AB-0FF2-4686-4A9D-4774D98D63FE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11" name="Google Shape;1011;p31">
                  <a:extLst>
                    <a:ext uri="{FF2B5EF4-FFF2-40B4-BE49-F238E27FC236}">
                      <a16:creationId xmlns:a16="http://schemas.microsoft.com/office/drawing/2014/main" id="{FF0E5435-9AFA-966C-232C-EB1E9A39FCBC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31">
                  <a:extLst>
                    <a:ext uri="{FF2B5EF4-FFF2-40B4-BE49-F238E27FC236}">
                      <a16:creationId xmlns:a16="http://schemas.microsoft.com/office/drawing/2014/main" id="{08545258-2AD5-963B-A54F-0A05C210512F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3" name="Google Shape;1013;p31">
                <a:extLst>
                  <a:ext uri="{FF2B5EF4-FFF2-40B4-BE49-F238E27FC236}">
                    <a16:creationId xmlns:a16="http://schemas.microsoft.com/office/drawing/2014/main" id="{F5B0AC1E-8956-A6A4-585B-D86E6F7E99F3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872B7D7-B637-D4C9-C7A6-DEB06E5CD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983" y="2910759"/>
            <a:ext cx="6618541" cy="132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585686"/>
      </p:ext>
    </p:extLst>
  </p:cSld>
  <p:clrMapOvr>
    <a:masterClrMapping/>
  </p:clrMapOvr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</Words>
  <Application>Microsoft Office PowerPoint</Application>
  <PresentationFormat>On-screen Show (16:9)</PresentationFormat>
  <Paragraphs>51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Epilogue</vt:lpstr>
      <vt:lpstr>Lato</vt:lpstr>
      <vt:lpstr>Arial</vt:lpstr>
      <vt:lpstr>Calibri</vt:lpstr>
      <vt:lpstr>Nunito Light</vt:lpstr>
      <vt:lpstr>Multimedia Software Pitch Deck by Slidesgo</vt:lpstr>
      <vt:lpstr>Áp dụng n8n cho việc tìm kiếm và tóm tắt các article</vt:lpstr>
      <vt:lpstr>Cách hoạt động </vt:lpstr>
      <vt:lpstr>Newsapi</vt:lpstr>
      <vt:lpstr>LLM Chain ( OpenAI )</vt:lpstr>
      <vt:lpstr>Discord </vt:lpstr>
      <vt:lpstr>Ngrok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Triet Do</cp:lastModifiedBy>
  <cp:revision>2</cp:revision>
  <dcterms:modified xsi:type="dcterms:W3CDTF">2026-02-11T12:24:09Z</dcterms:modified>
</cp:coreProperties>
</file>